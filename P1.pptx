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EFBE7-C22B-44D8-A7E1-6D81195E92A8}" v="20" dt="2025-11-05T10:52:36.330"/>
    <p1510:client id="{C1C73AF8-5DFD-4127-9EDE-17C2739E7824}" v="562" dt="2025-11-05T20:50:57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16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ÁN ALARTE ALEIXANDRE" userId="1e734df7-ad5c-4f63-adf2-8cf085c2b50d" providerId="ADAL" clId="{1BCADF9D-52F5-4EAD-99AA-710DA0F43A6D}"/>
    <pc:docChg chg="undo custSel modSld">
      <pc:chgData name="JULIÁN ALARTE ALEIXANDRE" userId="1e734df7-ad5c-4f63-adf2-8cf085c2b50d" providerId="ADAL" clId="{1BCADF9D-52F5-4EAD-99AA-710DA0F43A6D}" dt="2025-11-05T10:52:52.172" v="69" actId="20577"/>
      <pc:docMkLst>
        <pc:docMk/>
      </pc:docMkLst>
      <pc:sldChg chg="addSp modSp mod">
        <pc:chgData name="JULIÁN ALARTE ALEIXANDRE" userId="1e734df7-ad5c-4f63-adf2-8cf085c2b50d" providerId="ADAL" clId="{1BCADF9D-52F5-4EAD-99AA-710DA0F43A6D}" dt="2025-11-05T08:44:02.921" v="6" actId="255"/>
        <pc:sldMkLst>
          <pc:docMk/>
          <pc:sldMk cId="3328006051" sldId="256"/>
        </pc:sldMkLst>
        <pc:spChg chg="add mod">
          <ac:chgData name="JULIÁN ALARTE ALEIXANDRE" userId="1e734df7-ad5c-4f63-adf2-8cf085c2b50d" providerId="ADAL" clId="{1BCADF9D-52F5-4EAD-99AA-710DA0F43A6D}" dt="2025-11-05T08:44:02.921" v="6" actId="255"/>
          <ac:spMkLst>
            <pc:docMk/>
            <pc:sldMk cId="3328006051" sldId="256"/>
            <ac:spMk id="5" creationId="{F1F03C0E-750E-1095-B8FB-9D32E5D0B0A2}"/>
          </ac:spMkLst>
        </pc:spChg>
      </pc:sldChg>
      <pc:sldChg chg="addSp modSp mod">
        <pc:chgData name="JULIÁN ALARTE ALEIXANDRE" userId="1e734df7-ad5c-4f63-adf2-8cf085c2b50d" providerId="ADAL" clId="{1BCADF9D-52F5-4EAD-99AA-710DA0F43A6D}" dt="2025-11-05T09:42:22.173" v="16" actId="1076"/>
        <pc:sldMkLst>
          <pc:docMk/>
          <pc:sldMk cId="1813674861" sldId="260"/>
        </pc:sldMkLst>
        <pc:spChg chg="mod">
          <ac:chgData name="JULIÁN ALARTE ALEIXANDRE" userId="1e734df7-ad5c-4f63-adf2-8cf085c2b50d" providerId="ADAL" clId="{1BCADF9D-52F5-4EAD-99AA-710DA0F43A6D}" dt="2025-11-05T09:42:22.173" v="16" actId="1076"/>
          <ac:spMkLst>
            <pc:docMk/>
            <pc:sldMk cId="1813674861" sldId="260"/>
            <ac:spMk id="9" creationId="{31AD5BE9-C081-993F-5736-0B07BFCE1C77}"/>
          </ac:spMkLst>
        </pc:spChg>
        <pc:picChg chg="add mod">
          <ac:chgData name="JULIÁN ALARTE ALEIXANDRE" userId="1e734df7-ad5c-4f63-adf2-8cf085c2b50d" providerId="ADAL" clId="{1BCADF9D-52F5-4EAD-99AA-710DA0F43A6D}" dt="2025-11-05T09:40:32.063" v="15" actId="1076"/>
          <ac:picMkLst>
            <pc:docMk/>
            <pc:sldMk cId="1813674861" sldId="260"/>
            <ac:picMk id="4" creationId="{C4C220C1-A528-BB2F-9479-B519DBDC2F3E}"/>
          </ac:picMkLst>
        </pc:picChg>
      </pc:sldChg>
      <pc:sldChg chg="addSp modSp mod modAnim">
        <pc:chgData name="JULIÁN ALARTE ALEIXANDRE" userId="1e734df7-ad5c-4f63-adf2-8cf085c2b50d" providerId="ADAL" clId="{1BCADF9D-52F5-4EAD-99AA-710DA0F43A6D}" dt="2025-11-05T10:52:52.172" v="69" actId="20577"/>
        <pc:sldMkLst>
          <pc:docMk/>
          <pc:sldMk cId="2792055328" sldId="265"/>
        </pc:sldMkLst>
        <pc:spChg chg="mod">
          <ac:chgData name="JULIÁN ALARTE ALEIXANDRE" userId="1e734df7-ad5c-4f63-adf2-8cf085c2b50d" providerId="ADAL" clId="{1BCADF9D-52F5-4EAD-99AA-710DA0F43A6D}" dt="2025-11-05T10:50:06.604" v="17" actId="1076"/>
          <ac:spMkLst>
            <pc:docMk/>
            <pc:sldMk cId="2792055328" sldId="265"/>
            <ac:spMk id="3" creationId="{552B9829-E811-F652-6CC2-28485174C40F}"/>
          </ac:spMkLst>
        </pc:spChg>
        <pc:spChg chg="add mod">
          <ac:chgData name="JULIÁN ALARTE ALEIXANDRE" userId="1e734df7-ad5c-4f63-adf2-8cf085c2b50d" providerId="ADAL" clId="{1BCADF9D-52F5-4EAD-99AA-710DA0F43A6D}" dt="2025-11-05T10:50:32.203" v="34" actId="20577"/>
          <ac:spMkLst>
            <pc:docMk/>
            <pc:sldMk cId="2792055328" sldId="265"/>
            <ac:spMk id="4" creationId="{232D87AC-90C0-FABB-05F1-00C838F25845}"/>
          </ac:spMkLst>
        </pc:spChg>
        <pc:spChg chg="add mod">
          <ac:chgData name="JULIÁN ALARTE ALEIXANDRE" userId="1e734df7-ad5c-4f63-adf2-8cf085c2b50d" providerId="ADAL" clId="{1BCADF9D-52F5-4EAD-99AA-710DA0F43A6D}" dt="2025-11-05T10:52:52.172" v="69" actId="20577"/>
          <ac:spMkLst>
            <pc:docMk/>
            <pc:sldMk cId="2792055328" sldId="265"/>
            <ac:spMk id="5" creationId="{FFB53CC6-7667-0AAF-0BFA-39CB101AB4BD}"/>
          </ac:spMkLst>
        </pc:spChg>
      </pc:sldChg>
      <pc:sldChg chg="modSp mod">
        <pc:chgData name="JULIÁN ALARTE ALEIXANDRE" userId="1e734df7-ad5c-4f63-adf2-8cf085c2b50d" providerId="ADAL" clId="{1BCADF9D-52F5-4EAD-99AA-710DA0F43A6D}" dt="2025-11-05T08:44:22.227" v="10" actId="20577"/>
        <pc:sldMkLst>
          <pc:docMk/>
          <pc:sldMk cId="869471656" sldId="266"/>
        </pc:sldMkLst>
        <pc:spChg chg="mod">
          <ac:chgData name="JULIÁN ALARTE ALEIXANDRE" userId="1e734df7-ad5c-4f63-adf2-8cf085c2b50d" providerId="ADAL" clId="{1BCADF9D-52F5-4EAD-99AA-710DA0F43A6D}" dt="2025-11-05T08:44:22.227" v="10" actId="20577"/>
          <ac:spMkLst>
            <pc:docMk/>
            <pc:sldMk cId="869471656" sldId="266"/>
            <ac:spMk id="6" creationId="{D5A18A1D-1133-7EE2-9DFC-CD353E1A247F}"/>
          </ac:spMkLst>
        </pc:spChg>
      </pc:sldChg>
    </pc:docChg>
  </pc:docChgLst>
  <pc:docChgLst>
    <pc:chgData name="JULIÁN ALARTE ALEIXANDRE" userId="1e734df7-ad5c-4f63-adf2-8cf085c2b50d" providerId="ADAL" clId="{2EAA79AB-D315-4934-B476-1E659369AB95}"/>
    <pc:docChg chg="undo custSel addSld delSld modSld sldOrd addMainMaster delMainMaster">
      <pc:chgData name="JULIÁN ALARTE ALEIXANDRE" userId="1e734df7-ad5c-4f63-adf2-8cf085c2b50d" providerId="ADAL" clId="{2EAA79AB-D315-4934-B476-1E659369AB95}" dt="2025-11-05T20:50:57.568" v="1051"/>
      <pc:docMkLst>
        <pc:docMk/>
      </pc:docMkLst>
      <pc:sldChg chg="addSp modSp mod setBg modClrScheme chgLayout">
        <pc:chgData name="JULIÁN ALARTE ALEIXANDRE" userId="1e734df7-ad5c-4f63-adf2-8cf085c2b50d" providerId="ADAL" clId="{2EAA79AB-D315-4934-B476-1E659369AB95}" dt="2025-11-05T19:49:51.642" v="1026" actId="1076"/>
        <pc:sldMkLst>
          <pc:docMk/>
          <pc:sldMk cId="3328006051" sldId="256"/>
        </pc:sldMkLst>
        <pc:spChg chg="mod">
          <ac:chgData name="JULIÁN ALARTE ALEIXANDRE" userId="1e734df7-ad5c-4f63-adf2-8cf085c2b50d" providerId="ADAL" clId="{2EAA79AB-D315-4934-B476-1E659369AB95}" dt="2025-11-04T19:49:48.684" v="70" actId="1076"/>
          <ac:spMkLst>
            <pc:docMk/>
            <pc:sldMk cId="3328006051" sldId="256"/>
            <ac:spMk id="2" creationId="{316E7D53-1530-33D1-427C-9641826CF290}"/>
          </ac:spMkLst>
        </pc:spChg>
        <pc:spChg chg="mod">
          <ac:chgData name="JULIÁN ALARTE ALEIXANDRE" userId="1e734df7-ad5c-4f63-adf2-8cf085c2b50d" providerId="ADAL" clId="{2EAA79AB-D315-4934-B476-1E659369AB95}" dt="2025-11-04T20:40:36.994" v="771" actId="20577"/>
          <ac:spMkLst>
            <pc:docMk/>
            <pc:sldMk cId="3328006051" sldId="256"/>
            <ac:spMk id="3" creationId="{0FA38F90-C8CE-1467-0842-149F65130754}"/>
          </ac:spMkLst>
        </pc:spChg>
        <pc:spChg chg="add">
          <ac:chgData name="JULIÁN ALARTE ALEIXANDRE" userId="1e734df7-ad5c-4f63-adf2-8cf085c2b50d" providerId="ADAL" clId="{2EAA79AB-D315-4934-B476-1E659369AB95}" dt="2025-11-04T19:49:07.924" v="7" actId="26606"/>
          <ac:spMkLst>
            <pc:docMk/>
            <pc:sldMk cId="3328006051" sldId="256"/>
            <ac:spMk id="9" creationId="{79C60ED7-11F7-478C-AC8E-0865FABDACBF}"/>
          </ac:spMkLst>
        </pc:spChg>
        <pc:spChg chg="add">
          <ac:chgData name="JULIÁN ALARTE ALEIXANDRE" userId="1e734df7-ad5c-4f63-adf2-8cf085c2b50d" providerId="ADAL" clId="{2EAA79AB-D315-4934-B476-1E659369AB95}" dt="2025-11-04T19:49:07.924" v="7" actId="26606"/>
          <ac:spMkLst>
            <pc:docMk/>
            <pc:sldMk cId="3328006051" sldId="256"/>
            <ac:spMk id="11" creationId="{D472C551-D440-40DF-9260-BDB9AC40960A}"/>
          </ac:spMkLst>
        </pc:spChg>
        <pc:spChg chg="add">
          <ac:chgData name="JULIÁN ALARTE ALEIXANDRE" userId="1e734df7-ad5c-4f63-adf2-8cf085c2b50d" providerId="ADAL" clId="{2EAA79AB-D315-4934-B476-1E659369AB95}" dt="2025-11-04T19:49:07.924" v="7" actId="26606"/>
          <ac:spMkLst>
            <pc:docMk/>
            <pc:sldMk cId="3328006051" sldId="256"/>
            <ac:spMk id="15" creationId="{508BEF50-7B1E-49A4-BC19-5F4F1D755E64}"/>
          </ac:spMkLst>
        </pc:spChg>
        <pc:spChg chg="add">
          <ac:chgData name="JULIÁN ALARTE ALEIXANDRE" userId="1e734df7-ad5c-4f63-adf2-8cf085c2b50d" providerId="ADAL" clId="{2EAA79AB-D315-4934-B476-1E659369AB95}" dt="2025-11-04T19:49:07.924" v="7" actId="26606"/>
          <ac:spMkLst>
            <pc:docMk/>
            <pc:sldMk cId="3328006051" sldId="256"/>
            <ac:spMk id="17" creationId="{3FBAD350-5664-4811-A208-657FB882D350}"/>
          </ac:spMkLst>
        </pc:spChg>
        <pc:spChg chg="add">
          <ac:chgData name="JULIÁN ALARTE ALEIXANDRE" userId="1e734df7-ad5c-4f63-adf2-8cf085c2b50d" providerId="ADAL" clId="{2EAA79AB-D315-4934-B476-1E659369AB95}" dt="2025-11-04T19:49:07.924" v="7" actId="26606"/>
          <ac:spMkLst>
            <pc:docMk/>
            <pc:sldMk cId="3328006051" sldId="256"/>
            <ac:spMk id="19" creationId="{C39ADB8F-D187-49D7-BDCF-C1B6DC727068}"/>
          </ac:spMkLst>
        </pc:spChg>
        <pc:picChg chg="add mod">
          <ac:chgData name="JULIÁN ALARTE ALEIXANDRE" userId="1e734df7-ad5c-4f63-adf2-8cf085c2b50d" providerId="ADAL" clId="{2EAA79AB-D315-4934-B476-1E659369AB95}" dt="2025-11-05T19:49:39.717" v="1024" actId="1076"/>
          <ac:picMkLst>
            <pc:docMk/>
            <pc:sldMk cId="3328006051" sldId="256"/>
            <ac:picMk id="4" creationId="{71D817FE-1D28-7D27-C53C-4FEADFC43FBE}"/>
          </ac:picMkLst>
        </pc:picChg>
        <pc:picChg chg="add mod">
          <ac:chgData name="JULIÁN ALARTE ALEIXANDRE" userId="1e734df7-ad5c-4f63-adf2-8cf085c2b50d" providerId="ADAL" clId="{2EAA79AB-D315-4934-B476-1E659369AB95}" dt="2025-11-05T19:49:24.158" v="1021" actId="14100"/>
          <ac:picMkLst>
            <pc:docMk/>
            <pc:sldMk cId="3328006051" sldId="256"/>
            <ac:picMk id="1026" creationId="{5D4D4F87-FAF0-2C83-F2F5-238C84481ED7}"/>
          </ac:picMkLst>
        </pc:picChg>
        <pc:picChg chg="add mod">
          <ac:chgData name="JULIÁN ALARTE ALEIXANDRE" userId="1e734df7-ad5c-4f63-adf2-8cf085c2b50d" providerId="ADAL" clId="{2EAA79AB-D315-4934-B476-1E659369AB95}" dt="2025-11-05T19:49:51.642" v="1026" actId="1076"/>
          <ac:picMkLst>
            <pc:docMk/>
            <pc:sldMk cId="3328006051" sldId="256"/>
            <ac:picMk id="1028" creationId="{12B72EAA-9200-B4DB-3B08-DBD8E6EC6145}"/>
          </ac:picMkLst>
        </pc:picChg>
        <pc:cxnChg chg="add">
          <ac:chgData name="JULIÁN ALARTE ALEIXANDRE" userId="1e734df7-ad5c-4f63-adf2-8cf085c2b50d" providerId="ADAL" clId="{2EAA79AB-D315-4934-B476-1E659369AB95}" dt="2025-11-04T19:49:07.924" v="7" actId="26606"/>
          <ac:cxnSpMkLst>
            <pc:docMk/>
            <pc:sldMk cId="3328006051" sldId="256"/>
            <ac:cxnSpMk id="13" creationId="{56020367-4FD5-4596-8E10-C5F095CD8DBF}"/>
          </ac:cxnSpMkLst>
        </pc:cxnChg>
      </pc:sldChg>
      <pc:sldChg chg="new del">
        <pc:chgData name="JULIÁN ALARTE ALEIXANDRE" userId="1e734df7-ad5c-4f63-adf2-8cf085c2b50d" providerId="ADAL" clId="{2EAA79AB-D315-4934-B476-1E659369AB95}" dt="2025-11-04T19:50:20.398" v="79" actId="680"/>
        <pc:sldMkLst>
          <pc:docMk/>
          <pc:sldMk cId="1458752107" sldId="257"/>
        </pc:sldMkLst>
      </pc:sldChg>
      <pc:sldChg chg="addSp delSp modSp new mod setBg modAnim">
        <pc:chgData name="JULIÁN ALARTE ALEIXANDRE" userId="1e734df7-ad5c-4f63-adf2-8cf085c2b50d" providerId="ADAL" clId="{2EAA79AB-D315-4934-B476-1E659369AB95}" dt="2025-11-05T19:50:48.558" v="1041"/>
        <pc:sldMkLst>
          <pc:docMk/>
          <pc:sldMk cId="2648738835" sldId="257"/>
        </pc:sldMkLst>
        <pc:spChg chg="mod">
          <ac:chgData name="JULIÁN ALARTE ALEIXANDRE" userId="1e734df7-ad5c-4f63-adf2-8cf085c2b50d" providerId="ADAL" clId="{2EAA79AB-D315-4934-B476-1E659369AB95}" dt="2025-11-04T19:51:24.446" v="95" actId="120"/>
          <ac:spMkLst>
            <pc:docMk/>
            <pc:sldMk cId="2648738835" sldId="257"/>
            <ac:spMk id="2" creationId="{6D2C5D44-FD10-9CC3-A0A8-F8FB5EA6E4C0}"/>
          </ac:spMkLst>
        </pc:spChg>
        <pc:spChg chg="del">
          <ac:chgData name="JULIÁN ALARTE ALEIXANDRE" userId="1e734df7-ad5c-4f63-adf2-8cf085c2b50d" providerId="ADAL" clId="{2EAA79AB-D315-4934-B476-1E659369AB95}" dt="2025-11-04T19:50:32.172" v="81" actId="26606"/>
          <ac:spMkLst>
            <pc:docMk/>
            <pc:sldMk cId="2648738835" sldId="257"/>
            <ac:spMk id="3" creationId="{E75F4F46-38AD-2892-F7B1-7F8412F72379}"/>
          </ac:spMkLst>
        </pc:spChg>
        <pc:spChg chg="add mod">
          <ac:chgData name="JULIÁN ALARTE ALEIXANDRE" userId="1e734df7-ad5c-4f63-adf2-8cf085c2b50d" providerId="ADAL" clId="{2EAA79AB-D315-4934-B476-1E659369AB95}" dt="2025-11-04T20:05:24.695" v="232" actId="21"/>
          <ac:spMkLst>
            <pc:docMk/>
            <pc:sldMk cId="2648738835" sldId="257"/>
            <ac:spMk id="6" creationId="{6EB1360C-D242-E9EA-99DA-219CE38B5A18}"/>
          </ac:spMkLst>
        </pc:spChg>
        <pc:spChg chg="add mod">
          <ac:chgData name="JULIÁN ALARTE ALEIXANDRE" userId="1e734df7-ad5c-4f63-adf2-8cf085c2b50d" providerId="ADAL" clId="{2EAA79AB-D315-4934-B476-1E659369AB95}" dt="2025-11-04T20:07:28.507" v="270" actId="113"/>
          <ac:spMkLst>
            <pc:docMk/>
            <pc:sldMk cId="2648738835" sldId="257"/>
            <ac:spMk id="7" creationId="{5CCEBC6C-6CC7-3E7A-CB33-C54F7D6B4784}"/>
          </ac:spMkLst>
        </pc:spChg>
        <pc:spChg chg="add mod">
          <ac:chgData name="JULIÁN ALARTE ALEIXANDRE" userId="1e734df7-ad5c-4f63-adf2-8cf085c2b50d" providerId="ADAL" clId="{2EAA79AB-D315-4934-B476-1E659369AB95}" dt="2025-11-04T20:07:00.844" v="269" actId="1076"/>
          <ac:spMkLst>
            <pc:docMk/>
            <pc:sldMk cId="2648738835" sldId="257"/>
            <ac:spMk id="9" creationId="{5BABE30E-3257-7DDF-C455-D9687972355B}"/>
          </ac:spMkLst>
        </pc:spChg>
        <pc:spChg chg="add">
          <ac:chgData name="JULIÁN ALARTE ALEIXANDRE" userId="1e734df7-ad5c-4f63-adf2-8cf085c2b50d" providerId="ADAL" clId="{2EAA79AB-D315-4934-B476-1E659369AB95}" dt="2025-11-04T19:50:32.172" v="81" actId="26606"/>
          <ac:spMkLst>
            <pc:docMk/>
            <pc:sldMk cId="2648738835" sldId="257"/>
            <ac:spMk id="10" creationId="{1A3C89F8-0D2F-47FF-B903-151248265F47}"/>
          </ac:spMkLst>
        </pc:spChg>
        <pc:spChg chg="add mod">
          <ac:chgData name="JULIÁN ALARTE ALEIXANDRE" userId="1e734df7-ad5c-4f63-adf2-8cf085c2b50d" providerId="ADAL" clId="{2EAA79AB-D315-4934-B476-1E659369AB95}" dt="2025-11-04T20:07:39.225" v="272" actId="1076"/>
          <ac:spMkLst>
            <pc:docMk/>
            <pc:sldMk cId="2648738835" sldId="257"/>
            <ac:spMk id="11" creationId="{076BF8BB-6B61-27DC-9573-16FAB90F8BB4}"/>
          </ac:spMkLst>
        </pc:spChg>
        <pc:spChg chg="add">
          <ac:chgData name="JULIÁN ALARTE ALEIXANDRE" userId="1e734df7-ad5c-4f63-adf2-8cf085c2b50d" providerId="ADAL" clId="{2EAA79AB-D315-4934-B476-1E659369AB95}" dt="2025-11-04T19:50:32.172" v="81" actId="26606"/>
          <ac:spMkLst>
            <pc:docMk/>
            <pc:sldMk cId="2648738835" sldId="257"/>
            <ac:spMk id="12" creationId="{C5CB530E-515E-412C-9DF1-5F8FFBD6F383}"/>
          </ac:spMkLst>
        </pc:spChg>
        <pc:spChg chg="add mod">
          <ac:chgData name="JULIÁN ALARTE ALEIXANDRE" userId="1e734df7-ad5c-4f63-adf2-8cf085c2b50d" providerId="ADAL" clId="{2EAA79AB-D315-4934-B476-1E659369AB95}" dt="2025-11-04T20:07:49.471" v="274" actId="1076"/>
          <ac:spMkLst>
            <pc:docMk/>
            <pc:sldMk cId="2648738835" sldId="257"/>
            <ac:spMk id="13" creationId="{BD1B6487-7F39-236A-D147-3434F55F452A}"/>
          </ac:spMkLst>
        </pc:spChg>
        <pc:spChg chg="add">
          <ac:chgData name="JULIÁN ALARTE ALEIXANDRE" userId="1e734df7-ad5c-4f63-adf2-8cf085c2b50d" providerId="ADAL" clId="{2EAA79AB-D315-4934-B476-1E659369AB95}" dt="2025-11-04T19:50:32.172" v="81" actId="26606"/>
          <ac:spMkLst>
            <pc:docMk/>
            <pc:sldMk cId="2648738835" sldId="257"/>
            <ac:spMk id="14" creationId="{712D4376-A578-4FF1-94FC-245E7A6A489F}"/>
          </ac:spMkLst>
        </pc:spChg>
        <pc:spChg chg="add mod">
          <ac:chgData name="JULIÁN ALARTE ALEIXANDRE" userId="1e734df7-ad5c-4f63-adf2-8cf085c2b50d" providerId="ADAL" clId="{2EAA79AB-D315-4934-B476-1E659369AB95}" dt="2025-11-04T20:09:14.183" v="319" actId="14100"/>
          <ac:spMkLst>
            <pc:docMk/>
            <pc:sldMk cId="2648738835" sldId="257"/>
            <ac:spMk id="15" creationId="{656BA38E-F390-17DC-D901-D325E07305F6}"/>
          </ac:spMkLst>
        </pc:spChg>
        <pc:spChg chg="add">
          <ac:chgData name="JULIÁN ALARTE ALEIXANDRE" userId="1e734df7-ad5c-4f63-adf2-8cf085c2b50d" providerId="ADAL" clId="{2EAA79AB-D315-4934-B476-1E659369AB95}" dt="2025-11-04T19:50:32.172" v="81" actId="26606"/>
          <ac:spMkLst>
            <pc:docMk/>
            <pc:sldMk cId="2648738835" sldId="257"/>
            <ac:spMk id="16" creationId="{AEA7509D-F04F-40CB-A0B3-EEF16499CC9F}"/>
          </ac:spMkLst>
        </pc:spChg>
        <pc:spChg chg="add mod">
          <ac:chgData name="JULIÁN ALARTE ALEIXANDRE" userId="1e734df7-ad5c-4f63-adf2-8cf085c2b50d" providerId="ADAL" clId="{2EAA79AB-D315-4934-B476-1E659369AB95}" dt="2025-11-04T20:08:41.207" v="277"/>
          <ac:spMkLst>
            <pc:docMk/>
            <pc:sldMk cId="2648738835" sldId="257"/>
            <ac:spMk id="17" creationId="{A7F12C29-2567-D533-B694-63A54073A0DC}"/>
          </ac:spMkLst>
        </pc:spChg>
        <pc:spChg chg="add">
          <ac:chgData name="JULIÁN ALARTE ALEIXANDRE" userId="1e734df7-ad5c-4f63-adf2-8cf085c2b50d" providerId="ADAL" clId="{2EAA79AB-D315-4934-B476-1E659369AB95}" dt="2025-11-04T19:50:32.172" v="81" actId="26606"/>
          <ac:spMkLst>
            <pc:docMk/>
            <pc:sldMk cId="2648738835" sldId="257"/>
            <ac:spMk id="20" creationId="{508BEF50-7B1E-49A4-BC19-5F4F1D755E64}"/>
          </ac:spMkLst>
        </pc:spChg>
        <pc:spChg chg="add">
          <ac:chgData name="JULIÁN ALARTE ALEIXANDRE" userId="1e734df7-ad5c-4f63-adf2-8cf085c2b50d" providerId="ADAL" clId="{2EAA79AB-D315-4934-B476-1E659369AB95}" dt="2025-11-04T19:50:32.172" v="81" actId="26606"/>
          <ac:spMkLst>
            <pc:docMk/>
            <pc:sldMk cId="2648738835" sldId="257"/>
            <ac:spMk id="22" creationId="{3FBAD350-5664-4811-A208-657FB882D350}"/>
          </ac:spMkLst>
        </pc:spChg>
        <pc:spChg chg="add">
          <ac:chgData name="JULIÁN ALARTE ALEIXANDRE" userId="1e734df7-ad5c-4f63-adf2-8cf085c2b50d" providerId="ADAL" clId="{2EAA79AB-D315-4934-B476-1E659369AB95}" dt="2025-11-04T19:50:32.172" v="81" actId="26606"/>
          <ac:spMkLst>
            <pc:docMk/>
            <pc:sldMk cId="2648738835" sldId="257"/>
            <ac:spMk id="24" creationId="{C39ADB8F-D187-49D7-BDCF-C1B6DC727068}"/>
          </ac:spMkLst>
        </pc:spChg>
        <pc:picChg chg="add mod">
          <ac:chgData name="JULIÁN ALARTE ALEIXANDRE" userId="1e734df7-ad5c-4f63-adf2-8cf085c2b50d" providerId="ADAL" clId="{2EAA79AB-D315-4934-B476-1E659369AB95}" dt="2025-11-05T19:50:48.558" v="1041"/>
          <ac:picMkLst>
            <pc:docMk/>
            <pc:sldMk cId="2648738835" sldId="257"/>
            <ac:picMk id="3" creationId="{66AB3947-7718-E210-B623-5906C00040E6}"/>
          </ac:picMkLst>
        </pc:picChg>
        <pc:picChg chg="add mod">
          <ac:chgData name="JULIÁN ALARTE ALEIXANDRE" userId="1e734df7-ad5c-4f63-adf2-8cf085c2b50d" providerId="ADAL" clId="{2EAA79AB-D315-4934-B476-1E659369AB95}" dt="2025-11-05T19:50:48.558" v="1041"/>
          <ac:picMkLst>
            <pc:docMk/>
            <pc:sldMk cId="2648738835" sldId="257"/>
            <ac:picMk id="4" creationId="{5F92D895-3F97-103C-390C-7A03F1A51F88}"/>
          </ac:picMkLst>
        </pc:picChg>
        <pc:picChg chg="add mod">
          <ac:chgData name="JULIÁN ALARTE ALEIXANDRE" userId="1e734df7-ad5c-4f63-adf2-8cf085c2b50d" providerId="ADAL" clId="{2EAA79AB-D315-4934-B476-1E659369AB95}" dt="2025-11-04T19:51:58.292" v="97" actId="1076"/>
          <ac:picMkLst>
            <pc:docMk/>
            <pc:sldMk cId="2648738835" sldId="257"/>
            <ac:picMk id="5" creationId="{268E1DE0-6794-53BE-3E2E-770627E278FC}"/>
          </ac:picMkLst>
        </pc:picChg>
        <pc:picChg chg="add del mod">
          <ac:chgData name="JULIÁN ALARTE ALEIXANDRE" userId="1e734df7-ad5c-4f63-adf2-8cf085c2b50d" providerId="ADAL" clId="{2EAA79AB-D315-4934-B476-1E659369AB95}" dt="2025-11-04T20:09:40.389" v="325" actId="21"/>
          <ac:picMkLst>
            <pc:docMk/>
            <pc:sldMk cId="2648738835" sldId="257"/>
            <ac:picMk id="21" creationId="{DF28BE15-5AF6-FECF-E2D4-ABEE71A7E66E}"/>
          </ac:picMkLst>
        </pc:picChg>
        <pc:cxnChg chg="add">
          <ac:chgData name="JULIÁN ALARTE ALEIXANDRE" userId="1e734df7-ad5c-4f63-adf2-8cf085c2b50d" providerId="ADAL" clId="{2EAA79AB-D315-4934-B476-1E659369AB95}" dt="2025-11-04T19:50:32.172" v="81" actId="26606"/>
          <ac:cxnSpMkLst>
            <pc:docMk/>
            <pc:sldMk cId="2648738835" sldId="257"/>
            <ac:cxnSpMk id="8" creationId="{D1B787A8-0D67-4B7E-9B48-86BD906AB6B5}"/>
          </ac:cxnSpMkLst>
        </pc:cxnChg>
      </pc:sldChg>
      <pc:sldChg chg="addSp delSp modSp add mod">
        <pc:chgData name="JULIÁN ALARTE ALEIXANDRE" userId="1e734df7-ad5c-4f63-adf2-8cf085c2b50d" providerId="ADAL" clId="{2EAA79AB-D315-4934-B476-1E659369AB95}" dt="2025-11-05T19:50:50.450" v="1042"/>
        <pc:sldMkLst>
          <pc:docMk/>
          <pc:sldMk cId="1667123279" sldId="258"/>
        </pc:sldMkLst>
        <pc:spChg chg="del">
          <ac:chgData name="JULIÁN ALARTE ALEIXANDRE" userId="1e734df7-ad5c-4f63-adf2-8cf085c2b50d" providerId="ADAL" clId="{2EAA79AB-D315-4934-B476-1E659369AB95}" dt="2025-11-04T20:09:59.932" v="328" actId="478"/>
          <ac:spMkLst>
            <pc:docMk/>
            <pc:sldMk cId="1667123279" sldId="258"/>
            <ac:spMk id="6" creationId="{B0D87F5C-322D-6302-6250-BB524C7B45BA}"/>
          </ac:spMkLst>
        </pc:spChg>
        <pc:spChg chg="del">
          <ac:chgData name="JULIÁN ALARTE ALEIXANDRE" userId="1e734df7-ad5c-4f63-adf2-8cf085c2b50d" providerId="ADAL" clId="{2EAA79AB-D315-4934-B476-1E659369AB95}" dt="2025-11-04T20:09:56.316" v="327" actId="478"/>
          <ac:spMkLst>
            <pc:docMk/>
            <pc:sldMk cId="1667123279" sldId="258"/>
            <ac:spMk id="7" creationId="{ECF0EBFB-2630-1F75-60E8-8732449E0359}"/>
          </ac:spMkLst>
        </pc:spChg>
        <pc:spChg chg="del">
          <ac:chgData name="JULIÁN ALARTE ALEIXANDRE" userId="1e734df7-ad5c-4f63-adf2-8cf085c2b50d" providerId="ADAL" clId="{2EAA79AB-D315-4934-B476-1E659369AB95}" dt="2025-11-04T20:10:06.614" v="330" actId="478"/>
          <ac:spMkLst>
            <pc:docMk/>
            <pc:sldMk cId="1667123279" sldId="258"/>
            <ac:spMk id="9" creationId="{A9F2312E-B55F-B8AC-0E77-C70E225640CA}"/>
          </ac:spMkLst>
        </pc:spChg>
        <pc:spChg chg="del">
          <ac:chgData name="JULIÁN ALARTE ALEIXANDRE" userId="1e734df7-ad5c-4f63-adf2-8cf085c2b50d" providerId="ADAL" clId="{2EAA79AB-D315-4934-B476-1E659369AB95}" dt="2025-11-04T20:10:06.614" v="330" actId="478"/>
          <ac:spMkLst>
            <pc:docMk/>
            <pc:sldMk cId="1667123279" sldId="258"/>
            <ac:spMk id="11" creationId="{BDEC92A2-C4ED-62C4-BB79-CBE41FD0A43A}"/>
          </ac:spMkLst>
        </pc:spChg>
        <pc:spChg chg="del">
          <ac:chgData name="JULIÁN ALARTE ALEIXANDRE" userId="1e734df7-ad5c-4f63-adf2-8cf085c2b50d" providerId="ADAL" clId="{2EAA79AB-D315-4934-B476-1E659369AB95}" dt="2025-11-04T20:10:06.614" v="330" actId="478"/>
          <ac:spMkLst>
            <pc:docMk/>
            <pc:sldMk cId="1667123279" sldId="258"/>
            <ac:spMk id="13" creationId="{7BDE6052-9A1E-8305-2C56-6916FB771B3D}"/>
          </ac:spMkLst>
        </pc:spChg>
        <pc:spChg chg="del">
          <ac:chgData name="JULIÁN ALARTE ALEIXANDRE" userId="1e734df7-ad5c-4f63-adf2-8cf085c2b50d" providerId="ADAL" clId="{2EAA79AB-D315-4934-B476-1E659369AB95}" dt="2025-11-04T20:10:03.188" v="329" actId="478"/>
          <ac:spMkLst>
            <pc:docMk/>
            <pc:sldMk cId="1667123279" sldId="258"/>
            <ac:spMk id="15" creationId="{C6DFBFF2-D486-01AF-B185-81706D0414C0}"/>
          </ac:spMkLst>
        </pc:spChg>
        <pc:picChg chg="add mod">
          <ac:chgData name="JULIÁN ALARTE ALEIXANDRE" userId="1e734df7-ad5c-4f63-adf2-8cf085c2b50d" providerId="ADAL" clId="{2EAA79AB-D315-4934-B476-1E659369AB95}" dt="2025-11-05T19:50:50.450" v="1042"/>
          <ac:picMkLst>
            <pc:docMk/>
            <pc:sldMk cId="1667123279" sldId="258"/>
            <ac:picMk id="3" creationId="{BE66A230-A53E-AF6D-B191-20E66E432E36}"/>
          </ac:picMkLst>
        </pc:picChg>
        <pc:picChg chg="add mod">
          <ac:chgData name="JULIÁN ALARTE ALEIXANDRE" userId="1e734df7-ad5c-4f63-adf2-8cf085c2b50d" providerId="ADAL" clId="{2EAA79AB-D315-4934-B476-1E659369AB95}" dt="2025-11-05T19:50:50.450" v="1042"/>
          <ac:picMkLst>
            <pc:docMk/>
            <pc:sldMk cId="1667123279" sldId="258"/>
            <ac:picMk id="4" creationId="{F927CB69-5666-F5A2-B4F8-0D278DB05B6D}"/>
          </ac:picMkLst>
        </pc:picChg>
        <pc:picChg chg="del">
          <ac:chgData name="JULIÁN ALARTE ALEIXANDRE" userId="1e734df7-ad5c-4f63-adf2-8cf085c2b50d" providerId="ADAL" clId="{2EAA79AB-D315-4934-B476-1E659369AB95}" dt="2025-11-04T20:10:06.614" v="330" actId="478"/>
          <ac:picMkLst>
            <pc:docMk/>
            <pc:sldMk cId="1667123279" sldId="258"/>
            <ac:picMk id="5" creationId="{B9CFEADD-5A14-6093-835F-1ADFA3F72C4A}"/>
          </ac:picMkLst>
        </pc:picChg>
        <pc:picChg chg="add mod">
          <ac:chgData name="JULIÁN ALARTE ALEIXANDRE" userId="1e734df7-ad5c-4f63-adf2-8cf085c2b50d" providerId="ADAL" clId="{2EAA79AB-D315-4934-B476-1E659369AB95}" dt="2025-11-04T20:10:11.682" v="332" actId="1076"/>
          <ac:picMkLst>
            <pc:docMk/>
            <pc:sldMk cId="1667123279" sldId="258"/>
            <ac:picMk id="21" creationId="{DF28BE15-5AF6-FECF-E2D4-ABEE71A7E66E}"/>
          </ac:picMkLst>
        </pc:picChg>
      </pc:sldChg>
      <pc:sldChg chg="addSp delSp modSp add mod ord delAnim modAnim">
        <pc:chgData name="JULIÁN ALARTE ALEIXANDRE" userId="1e734df7-ad5c-4f63-adf2-8cf085c2b50d" providerId="ADAL" clId="{2EAA79AB-D315-4934-B476-1E659369AB95}" dt="2025-11-05T19:50:55.786" v="1043"/>
        <pc:sldMkLst>
          <pc:docMk/>
          <pc:sldMk cId="513319361" sldId="259"/>
        </pc:sldMkLst>
        <pc:spChg chg="mod">
          <ac:chgData name="JULIÁN ALARTE ALEIXANDRE" userId="1e734df7-ad5c-4f63-adf2-8cf085c2b50d" providerId="ADAL" clId="{2EAA79AB-D315-4934-B476-1E659369AB95}" dt="2025-11-04T20:11:32.136" v="346" actId="20577"/>
          <ac:spMkLst>
            <pc:docMk/>
            <pc:sldMk cId="513319361" sldId="259"/>
            <ac:spMk id="2" creationId="{A49181C0-A049-BD37-6A6A-4FCA3EBE7612}"/>
          </ac:spMkLst>
        </pc:spChg>
        <pc:spChg chg="mod">
          <ac:chgData name="JULIÁN ALARTE ALEIXANDRE" userId="1e734df7-ad5c-4f63-adf2-8cf085c2b50d" providerId="ADAL" clId="{2EAA79AB-D315-4934-B476-1E659369AB95}" dt="2025-11-04T20:11:48.338" v="371" actId="20577"/>
          <ac:spMkLst>
            <pc:docMk/>
            <pc:sldMk cId="513319361" sldId="259"/>
            <ac:spMk id="6" creationId="{8CA14A3B-BFE0-9CAC-EFDD-CC41ADDC328C}"/>
          </ac:spMkLst>
        </pc:spChg>
        <pc:spChg chg="mod">
          <ac:chgData name="JULIÁN ALARTE ALEIXANDRE" userId="1e734df7-ad5c-4f63-adf2-8cf085c2b50d" providerId="ADAL" clId="{2EAA79AB-D315-4934-B476-1E659369AB95}" dt="2025-11-04T20:12:09.065" v="385"/>
          <ac:spMkLst>
            <pc:docMk/>
            <pc:sldMk cId="513319361" sldId="259"/>
            <ac:spMk id="7" creationId="{B340DACE-9E44-E498-E341-1568E6B95D1B}"/>
          </ac:spMkLst>
        </pc:spChg>
        <pc:spChg chg="del">
          <ac:chgData name="JULIÁN ALARTE ALEIXANDRE" userId="1e734df7-ad5c-4f63-adf2-8cf085c2b50d" providerId="ADAL" clId="{2EAA79AB-D315-4934-B476-1E659369AB95}" dt="2025-11-04T20:12:45.758" v="387" actId="478"/>
          <ac:spMkLst>
            <pc:docMk/>
            <pc:sldMk cId="513319361" sldId="259"/>
            <ac:spMk id="9" creationId="{01EF76A2-755E-7C99-70D8-7642FF56E3FA}"/>
          </ac:spMkLst>
        </pc:spChg>
        <pc:spChg chg="del">
          <ac:chgData name="JULIÁN ALARTE ALEIXANDRE" userId="1e734df7-ad5c-4f63-adf2-8cf085c2b50d" providerId="ADAL" clId="{2EAA79AB-D315-4934-B476-1E659369AB95}" dt="2025-11-04T20:12:46.604" v="388" actId="478"/>
          <ac:spMkLst>
            <pc:docMk/>
            <pc:sldMk cId="513319361" sldId="259"/>
            <ac:spMk id="11" creationId="{B075DDB6-DFB7-0D8A-DD66-2639B6CB8D96}"/>
          </ac:spMkLst>
        </pc:spChg>
        <pc:spChg chg="del">
          <ac:chgData name="JULIÁN ALARTE ALEIXANDRE" userId="1e734df7-ad5c-4f63-adf2-8cf085c2b50d" providerId="ADAL" clId="{2EAA79AB-D315-4934-B476-1E659369AB95}" dt="2025-11-04T20:12:47.225" v="389" actId="478"/>
          <ac:spMkLst>
            <pc:docMk/>
            <pc:sldMk cId="513319361" sldId="259"/>
            <ac:spMk id="13" creationId="{9CD61304-3113-DEE7-6A1C-D1FDEBB7C06A}"/>
          </ac:spMkLst>
        </pc:spChg>
        <pc:spChg chg="del">
          <ac:chgData name="JULIÁN ALARTE ALEIXANDRE" userId="1e734df7-ad5c-4f63-adf2-8cf085c2b50d" providerId="ADAL" clId="{2EAA79AB-D315-4934-B476-1E659369AB95}" dt="2025-11-04T20:12:48.884" v="390" actId="478"/>
          <ac:spMkLst>
            <pc:docMk/>
            <pc:sldMk cId="513319361" sldId="259"/>
            <ac:spMk id="15" creationId="{4F9850B0-B70B-9D73-AC7A-D3645BED7741}"/>
          </ac:spMkLst>
        </pc:spChg>
        <pc:spChg chg="add mod">
          <ac:chgData name="JULIÁN ALARTE ALEIXANDRE" userId="1e734df7-ad5c-4f63-adf2-8cf085c2b50d" providerId="ADAL" clId="{2EAA79AB-D315-4934-B476-1E659369AB95}" dt="2025-11-04T20:18:18.297" v="424" actId="1076"/>
          <ac:spMkLst>
            <pc:docMk/>
            <pc:sldMk cId="513319361" sldId="259"/>
            <ac:spMk id="25" creationId="{C5AC0D98-E456-56CD-E04B-0805814DF2CA}"/>
          </ac:spMkLst>
        </pc:spChg>
        <pc:picChg chg="add mod">
          <ac:chgData name="JULIÁN ALARTE ALEIXANDRE" userId="1e734df7-ad5c-4f63-adf2-8cf085c2b50d" providerId="ADAL" clId="{2EAA79AB-D315-4934-B476-1E659369AB95}" dt="2025-11-05T19:50:55.786" v="1043"/>
          <ac:picMkLst>
            <pc:docMk/>
            <pc:sldMk cId="513319361" sldId="259"/>
            <ac:picMk id="3" creationId="{1ECBB2CE-DF7F-8CE9-8DD4-E34C607B365B}"/>
          </ac:picMkLst>
        </pc:picChg>
        <pc:picChg chg="add mod">
          <ac:chgData name="JULIÁN ALARTE ALEIXANDRE" userId="1e734df7-ad5c-4f63-adf2-8cf085c2b50d" providerId="ADAL" clId="{2EAA79AB-D315-4934-B476-1E659369AB95}" dt="2025-11-04T20:13:18.348" v="393" actId="14100"/>
          <ac:picMkLst>
            <pc:docMk/>
            <pc:sldMk cId="513319361" sldId="259"/>
            <ac:picMk id="4" creationId="{5D34ABE3-1796-E62E-344B-553915E1ADF2}"/>
          </ac:picMkLst>
        </pc:picChg>
        <pc:picChg chg="add mod">
          <ac:chgData name="JULIÁN ALARTE ALEIXANDRE" userId="1e734df7-ad5c-4f63-adf2-8cf085c2b50d" providerId="ADAL" clId="{2EAA79AB-D315-4934-B476-1E659369AB95}" dt="2025-11-05T19:50:55.786" v="1043"/>
          <ac:picMkLst>
            <pc:docMk/>
            <pc:sldMk cId="513319361" sldId="259"/>
            <ac:picMk id="5" creationId="{ABFC5F6D-8AE0-9D10-7C3D-80953F99B091}"/>
          </ac:picMkLst>
        </pc:picChg>
        <pc:picChg chg="del">
          <ac:chgData name="JULIÁN ALARTE ALEIXANDRE" userId="1e734df7-ad5c-4f63-adf2-8cf085c2b50d" providerId="ADAL" clId="{2EAA79AB-D315-4934-B476-1E659369AB95}" dt="2025-11-04T20:12:44.844" v="386" actId="478"/>
          <ac:picMkLst>
            <pc:docMk/>
            <pc:sldMk cId="513319361" sldId="259"/>
            <ac:picMk id="5" creationId="{BDBD9022-C2A5-68FB-54EF-3444C6D861F5}"/>
          </ac:picMkLst>
        </pc:picChg>
        <pc:picChg chg="add mod">
          <ac:chgData name="JULIÁN ALARTE ALEIXANDRE" userId="1e734df7-ad5c-4f63-adf2-8cf085c2b50d" providerId="ADAL" clId="{2EAA79AB-D315-4934-B476-1E659369AB95}" dt="2025-11-04T20:15:56.602" v="397" actId="1076"/>
          <ac:picMkLst>
            <pc:docMk/>
            <pc:sldMk cId="513319361" sldId="259"/>
            <ac:picMk id="19" creationId="{F21B4930-FAD7-A5DA-3C84-54A1D1765258}"/>
          </ac:picMkLst>
        </pc:picChg>
        <pc:picChg chg="add mod">
          <ac:chgData name="JULIÁN ALARTE ALEIXANDRE" userId="1e734df7-ad5c-4f63-adf2-8cf085c2b50d" providerId="ADAL" clId="{2EAA79AB-D315-4934-B476-1E659369AB95}" dt="2025-11-04T20:17:44.001" v="400" actId="14100"/>
          <ac:picMkLst>
            <pc:docMk/>
            <pc:sldMk cId="513319361" sldId="259"/>
            <ac:picMk id="23" creationId="{6FDB8C89-5EBD-E8B6-82F5-FFDA2F83BAF4}"/>
          </ac:picMkLst>
        </pc:picChg>
      </pc:sldChg>
      <pc:sldChg chg="addSp delSp modSp add mod delAnim modAnim">
        <pc:chgData name="JULIÁN ALARTE ALEIXANDRE" userId="1e734df7-ad5c-4f63-adf2-8cf085c2b50d" providerId="ADAL" clId="{2EAA79AB-D315-4934-B476-1E659369AB95}" dt="2025-11-05T20:50:57.568" v="1051"/>
        <pc:sldMkLst>
          <pc:docMk/>
          <pc:sldMk cId="1813674861" sldId="260"/>
        </pc:sldMkLst>
        <pc:spChg chg="mod">
          <ac:chgData name="JULIÁN ALARTE ALEIXANDRE" userId="1e734df7-ad5c-4f63-adf2-8cf085c2b50d" providerId="ADAL" clId="{2EAA79AB-D315-4934-B476-1E659369AB95}" dt="2025-11-04T20:26:02.501" v="592" actId="20577"/>
          <ac:spMkLst>
            <pc:docMk/>
            <pc:sldMk cId="1813674861" sldId="260"/>
            <ac:spMk id="6" creationId="{31ADE0A3-2C7B-BCDA-250C-31F03E326D0D}"/>
          </ac:spMkLst>
        </pc:spChg>
        <pc:spChg chg="del">
          <ac:chgData name="JULIÁN ALARTE ALEIXANDRE" userId="1e734df7-ad5c-4f63-adf2-8cf085c2b50d" providerId="ADAL" clId="{2EAA79AB-D315-4934-B476-1E659369AB95}" dt="2025-11-04T20:22:39.588" v="515" actId="478"/>
          <ac:spMkLst>
            <pc:docMk/>
            <pc:sldMk cId="1813674861" sldId="260"/>
            <ac:spMk id="7" creationId="{841DF413-06FA-BB34-FD02-81C882478E20}"/>
          </ac:spMkLst>
        </pc:spChg>
        <pc:spChg chg="add mod">
          <ac:chgData name="JULIÁN ALARTE ALEIXANDRE" userId="1e734df7-ad5c-4f63-adf2-8cf085c2b50d" providerId="ADAL" clId="{2EAA79AB-D315-4934-B476-1E659369AB95}" dt="2025-11-04T20:25:44.788" v="590" actId="20577"/>
          <ac:spMkLst>
            <pc:docMk/>
            <pc:sldMk cId="1813674861" sldId="260"/>
            <ac:spMk id="9" creationId="{31AD5BE9-C081-993F-5736-0B07BFCE1C77}"/>
          </ac:spMkLst>
        </pc:spChg>
        <pc:spChg chg="add mod">
          <ac:chgData name="JULIÁN ALARTE ALEIXANDRE" userId="1e734df7-ad5c-4f63-adf2-8cf085c2b50d" providerId="ADAL" clId="{2EAA79AB-D315-4934-B476-1E659369AB95}" dt="2025-11-04T20:24:37.550" v="539"/>
          <ac:spMkLst>
            <pc:docMk/>
            <pc:sldMk cId="1813674861" sldId="260"/>
            <ac:spMk id="11" creationId="{135D9545-9D0B-510C-DF89-4BA5CDCEF673}"/>
          </ac:spMkLst>
        </pc:spChg>
        <pc:spChg chg="del">
          <ac:chgData name="JULIÁN ALARTE ALEIXANDRE" userId="1e734df7-ad5c-4f63-adf2-8cf085c2b50d" providerId="ADAL" clId="{2EAA79AB-D315-4934-B476-1E659369AB95}" dt="2025-11-04T20:22:47.109" v="517" actId="478"/>
          <ac:spMkLst>
            <pc:docMk/>
            <pc:sldMk cId="1813674861" sldId="260"/>
            <ac:spMk id="25" creationId="{04E54397-75A2-FD4A-03C3-53A0E4B65333}"/>
          </ac:spMkLst>
        </pc:spChg>
        <pc:picChg chg="add mod">
          <ac:chgData name="JULIÁN ALARTE ALEIXANDRE" userId="1e734df7-ad5c-4f63-adf2-8cf085c2b50d" providerId="ADAL" clId="{2EAA79AB-D315-4934-B476-1E659369AB95}" dt="2025-11-05T19:50:57.595" v="1044"/>
          <ac:picMkLst>
            <pc:docMk/>
            <pc:sldMk cId="1813674861" sldId="260"/>
            <ac:picMk id="3" creationId="{70A89621-FF04-0438-6CC4-CC9BC9A1E185}"/>
          </ac:picMkLst>
        </pc:picChg>
        <pc:picChg chg="del">
          <ac:chgData name="JULIÁN ALARTE ALEIXANDRE" userId="1e734df7-ad5c-4f63-adf2-8cf085c2b50d" providerId="ADAL" clId="{2EAA79AB-D315-4934-B476-1E659369AB95}" dt="2025-11-04T20:22:44.876" v="516" actId="478"/>
          <ac:picMkLst>
            <pc:docMk/>
            <pc:sldMk cId="1813674861" sldId="260"/>
            <ac:picMk id="4" creationId="{ABDA26FB-C59A-7616-7BE5-D0DB5F5CFB95}"/>
          </ac:picMkLst>
        </pc:picChg>
        <pc:picChg chg="add mod">
          <ac:chgData name="JULIÁN ALARTE ALEIXANDRE" userId="1e734df7-ad5c-4f63-adf2-8cf085c2b50d" providerId="ADAL" clId="{2EAA79AB-D315-4934-B476-1E659369AB95}" dt="2025-11-04T20:23:56.222" v="523" actId="1076"/>
          <ac:picMkLst>
            <pc:docMk/>
            <pc:sldMk cId="1813674861" sldId="260"/>
            <ac:picMk id="5" creationId="{C9864E14-4526-2936-5FAD-F79D422A6E31}"/>
          </ac:picMkLst>
        </pc:picChg>
        <pc:picChg chg="add mod">
          <ac:chgData name="JULIÁN ALARTE ALEIXANDRE" userId="1e734df7-ad5c-4f63-adf2-8cf085c2b50d" providerId="ADAL" clId="{2EAA79AB-D315-4934-B476-1E659369AB95}" dt="2025-11-05T19:50:57.595" v="1044"/>
          <ac:picMkLst>
            <pc:docMk/>
            <pc:sldMk cId="1813674861" sldId="260"/>
            <ac:picMk id="7" creationId="{7B671C93-9AF5-390B-C33D-14BF6F37E65A}"/>
          </ac:picMkLst>
        </pc:picChg>
        <pc:picChg chg="del">
          <ac:chgData name="JULIÁN ALARTE ALEIXANDRE" userId="1e734df7-ad5c-4f63-adf2-8cf085c2b50d" providerId="ADAL" clId="{2EAA79AB-D315-4934-B476-1E659369AB95}" dt="2025-11-04T20:22:48.332" v="519" actId="478"/>
          <ac:picMkLst>
            <pc:docMk/>
            <pc:sldMk cId="1813674861" sldId="260"/>
            <ac:picMk id="19" creationId="{145DF5C8-79F2-C314-268B-FB273EAC8DB4}"/>
          </ac:picMkLst>
        </pc:picChg>
        <pc:picChg chg="del">
          <ac:chgData name="JULIÁN ALARTE ALEIXANDRE" userId="1e734df7-ad5c-4f63-adf2-8cf085c2b50d" providerId="ADAL" clId="{2EAA79AB-D315-4934-B476-1E659369AB95}" dt="2025-11-04T20:22:47.596" v="518" actId="478"/>
          <ac:picMkLst>
            <pc:docMk/>
            <pc:sldMk cId="1813674861" sldId="260"/>
            <ac:picMk id="23" creationId="{F536A6DD-1604-201A-63F7-A79B53EC68E9}"/>
          </ac:picMkLst>
        </pc:picChg>
      </pc:sldChg>
      <pc:sldChg chg="addSp delSp modSp add mod ord delAnim modAnim">
        <pc:chgData name="JULIÁN ALARTE ALEIXANDRE" userId="1e734df7-ad5c-4f63-adf2-8cf085c2b50d" providerId="ADAL" clId="{2EAA79AB-D315-4934-B476-1E659369AB95}" dt="2025-11-05T19:51:00.785" v="1045"/>
        <pc:sldMkLst>
          <pc:docMk/>
          <pc:sldMk cId="2315638818" sldId="261"/>
        </pc:sldMkLst>
        <pc:spChg chg="mod">
          <ac:chgData name="JULIÁN ALARTE ALEIXANDRE" userId="1e734df7-ad5c-4f63-adf2-8cf085c2b50d" providerId="ADAL" clId="{2EAA79AB-D315-4934-B476-1E659369AB95}" dt="2025-11-04T20:30:55.117" v="617" actId="20577"/>
          <ac:spMkLst>
            <pc:docMk/>
            <pc:sldMk cId="2315638818" sldId="261"/>
            <ac:spMk id="2" creationId="{489B03ED-D3C7-1009-3221-8A15BA5F525F}"/>
          </ac:spMkLst>
        </pc:spChg>
        <pc:spChg chg="mod">
          <ac:chgData name="JULIÁN ALARTE ALEIXANDRE" userId="1e734df7-ad5c-4f63-adf2-8cf085c2b50d" providerId="ADAL" clId="{2EAA79AB-D315-4934-B476-1E659369AB95}" dt="2025-11-04T20:31:41.834" v="715" actId="20577"/>
          <ac:spMkLst>
            <pc:docMk/>
            <pc:sldMk cId="2315638818" sldId="261"/>
            <ac:spMk id="6" creationId="{5B1562C8-5247-A4D4-ABCB-55135D4E2EB9}"/>
          </ac:spMkLst>
        </pc:spChg>
        <pc:spChg chg="del mod">
          <ac:chgData name="JULIÁN ALARTE ALEIXANDRE" userId="1e734df7-ad5c-4f63-adf2-8cf085c2b50d" providerId="ADAL" clId="{2EAA79AB-D315-4934-B476-1E659369AB95}" dt="2025-11-04T20:32:32.504" v="717" actId="478"/>
          <ac:spMkLst>
            <pc:docMk/>
            <pc:sldMk cId="2315638818" sldId="261"/>
            <ac:spMk id="7" creationId="{4AAE1F3C-A342-99FA-2454-DC7B6A749222}"/>
          </ac:spMkLst>
        </pc:spChg>
        <pc:spChg chg="mod">
          <ac:chgData name="JULIÁN ALARTE ALEIXANDRE" userId="1e734df7-ad5c-4f63-adf2-8cf085c2b50d" providerId="ADAL" clId="{2EAA79AB-D315-4934-B476-1E659369AB95}" dt="2025-11-04T20:33:25.889" v="731" actId="20577"/>
          <ac:spMkLst>
            <pc:docMk/>
            <pc:sldMk cId="2315638818" sldId="261"/>
            <ac:spMk id="25" creationId="{259A352C-C529-6B6C-A9D1-919D9F8C24BA}"/>
          </ac:spMkLst>
        </pc:spChg>
        <pc:picChg chg="add mod">
          <ac:chgData name="JULIÁN ALARTE ALEIXANDRE" userId="1e734df7-ad5c-4f63-adf2-8cf085c2b50d" providerId="ADAL" clId="{2EAA79AB-D315-4934-B476-1E659369AB95}" dt="2025-11-05T19:51:00.785" v="1045"/>
          <ac:picMkLst>
            <pc:docMk/>
            <pc:sldMk cId="2315638818" sldId="261"/>
            <ac:picMk id="3" creationId="{29243F08-89C8-B63A-A255-10F15E73BA2F}"/>
          </ac:picMkLst>
        </pc:picChg>
        <pc:picChg chg="del">
          <ac:chgData name="JULIÁN ALARTE ALEIXANDRE" userId="1e734df7-ad5c-4f63-adf2-8cf085c2b50d" providerId="ADAL" clId="{2EAA79AB-D315-4934-B476-1E659369AB95}" dt="2025-11-04T20:32:37.559" v="718" actId="478"/>
          <ac:picMkLst>
            <pc:docMk/>
            <pc:sldMk cId="2315638818" sldId="261"/>
            <ac:picMk id="4" creationId="{1366203A-36F8-C7FF-3B29-6648720FA2B3}"/>
          </ac:picMkLst>
        </pc:picChg>
        <pc:picChg chg="add mod">
          <ac:chgData name="JULIÁN ALARTE ALEIXANDRE" userId="1e734df7-ad5c-4f63-adf2-8cf085c2b50d" providerId="ADAL" clId="{2EAA79AB-D315-4934-B476-1E659369AB95}" dt="2025-11-05T19:51:00.785" v="1045"/>
          <ac:picMkLst>
            <pc:docMk/>
            <pc:sldMk cId="2315638818" sldId="261"/>
            <ac:picMk id="4" creationId="{77742801-3158-B433-B0F5-B9373A2AAE1B}"/>
          </ac:picMkLst>
        </pc:picChg>
        <pc:picChg chg="add mod">
          <ac:chgData name="JULIÁN ALARTE ALEIXANDRE" userId="1e734df7-ad5c-4f63-adf2-8cf085c2b50d" providerId="ADAL" clId="{2EAA79AB-D315-4934-B476-1E659369AB95}" dt="2025-11-04T20:32:53.043" v="720" actId="1076"/>
          <ac:picMkLst>
            <pc:docMk/>
            <pc:sldMk cId="2315638818" sldId="261"/>
            <ac:picMk id="5" creationId="{F33DA8C4-652C-89E9-F6F5-AAC8DE173A1E}"/>
          </ac:picMkLst>
        </pc:picChg>
        <pc:picChg chg="add mod">
          <ac:chgData name="JULIÁN ALARTE ALEIXANDRE" userId="1e734df7-ad5c-4f63-adf2-8cf085c2b50d" providerId="ADAL" clId="{2EAA79AB-D315-4934-B476-1E659369AB95}" dt="2025-11-04T20:33:32.199" v="733" actId="1076"/>
          <ac:picMkLst>
            <pc:docMk/>
            <pc:sldMk cId="2315638818" sldId="261"/>
            <ac:picMk id="11" creationId="{B6D7E4D1-5F57-1F37-4F5E-ECBFA6593B7F}"/>
          </ac:picMkLst>
        </pc:picChg>
        <pc:picChg chg="add mod">
          <ac:chgData name="JULIÁN ALARTE ALEIXANDRE" userId="1e734df7-ad5c-4f63-adf2-8cf085c2b50d" providerId="ADAL" clId="{2EAA79AB-D315-4934-B476-1E659369AB95}" dt="2025-11-04T20:34:31.408" v="736" actId="14100"/>
          <ac:picMkLst>
            <pc:docMk/>
            <pc:sldMk cId="2315638818" sldId="261"/>
            <ac:picMk id="15" creationId="{368E5689-F473-EEF4-E3FF-E39683F07FAD}"/>
          </ac:picMkLst>
        </pc:picChg>
        <pc:picChg chg="del">
          <ac:chgData name="JULIÁN ALARTE ALEIXANDRE" userId="1e734df7-ad5c-4f63-adf2-8cf085c2b50d" providerId="ADAL" clId="{2EAA79AB-D315-4934-B476-1E659369AB95}" dt="2025-11-04T20:33:03.320" v="721" actId="478"/>
          <ac:picMkLst>
            <pc:docMk/>
            <pc:sldMk cId="2315638818" sldId="261"/>
            <ac:picMk id="19" creationId="{05DD2DA4-C794-25E8-E540-F15D29EAD955}"/>
          </ac:picMkLst>
        </pc:picChg>
        <pc:picChg chg="del">
          <ac:chgData name="JULIÁN ALARTE ALEIXANDRE" userId="1e734df7-ad5c-4f63-adf2-8cf085c2b50d" providerId="ADAL" clId="{2EAA79AB-D315-4934-B476-1E659369AB95}" dt="2025-11-04T20:33:07.427" v="722" actId="478"/>
          <ac:picMkLst>
            <pc:docMk/>
            <pc:sldMk cId="2315638818" sldId="261"/>
            <ac:picMk id="23" creationId="{F973E97E-BA9D-CDA3-D1C2-520AB7991CC4}"/>
          </ac:picMkLst>
        </pc:picChg>
      </pc:sldChg>
      <pc:sldChg chg="addSp delSp modSp add mod delAnim modAnim">
        <pc:chgData name="JULIÁN ALARTE ALEIXANDRE" userId="1e734df7-ad5c-4f63-adf2-8cf085c2b50d" providerId="ADAL" clId="{2EAA79AB-D315-4934-B476-1E659369AB95}" dt="2025-11-05T19:51:02.499" v="1046"/>
        <pc:sldMkLst>
          <pc:docMk/>
          <pc:sldMk cId="1221583138" sldId="262"/>
        </pc:sldMkLst>
        <pc:spChg chg="mod">
          <ac:chgData name="JULIÁN ALARTE ALEIXANDRE" userId="1e734df7-ad5c-4f63-adf2-8cf085c2b50d" providerId="ADAL" clId="{2EAA79AB-D315-4934-B476-1E659369AB95}" dt="2025-11-04T20:37:37.715" v="752" actId="20577"/>
          <ac:spMkLst>
            <pc:docMk/>
            <pc:sldMk cId="1221583138" sldId="262"/>
            <ac:spMk id="6" creationId="{FD536410-5BFE-C382-B58C-9EE5D9153D09}"/>
          </ac:spMkLst>
        </pc:spChg>
        <pc:spChg chg="add mod">
          <ac:chgData name="JULIÁN ALARTE ALEIXANDRE" userId="1e734df7-ad5c-4f63-adf2-8cf085c2b50d" providerId="ADAL" clId="{2EAA79AB-D315-4934-B476-1E659369AB95}" dt="2025-11-04T20:42:25.707" v="796" actId="20577"/>
          <ac:spMkLst>
            <pc:docMk/>
            <pc:sldMk cId="1221583138" sldId="262"/>
            <ac:spMk id="7" creationId="{F252C4D0-9A7A-4DD5-9526-A653DEDEB4FC}"/>
          </ac:spMkLst>
        </pc:spChg>
        <pc:spChg chg="del">
          <ac:chgData name="JULIÁN ALARTE ALEIXANDRE" userId="1e734df7-ad5c-4f63-adf2-8cf085c2b50d" providerId="ADAL" clId="{2EAA79AB-D315-4934-B476-1E659369AB95}" dt="2025-11-04T20:37:32.871" v="744" actId="478"/>
          <ac:spMkLst>
            <pc:docMk/>
            <pc:sldMk cId="1221583138" sldId="262"/>
            <ac:spMk id="25" creationId="{994BE102-A465-588B-41DB-2E0B644DE97B}"/>
          </ac:spMkLst>
        </pc:spChg>
        <pc:picChg chg="add mod">
          <ac:chgData name="JULIÁN ALARTE ALEIXANDRE" userId="1e734df7-ad5c-4f63-adf2-8cf085c2b50d" providerId="ADAL" clId="{2EAA79AB-D315-4934-B476-1E659369AB95}" dt="2025-11-05T19:51:02.499" v="1046"/>
          <ac:picMkLst>
            <pc:docMk/>
            <pc:sldMk cId="1221583138" sldId="262"/>
            <ac:picMk id="3" creationId="{FEC14CF6-8307-219B-8745-94D62AAFA8AA}"/>
          </ac:picMkLst>
        </pc:picChg>
        <pc:picChg chg="add mod">
          <ac:chgData name="JULIÁN ALARTE ALEIXANDRE" userId="1e734df7-ad5c-4f63-adf2-8cf085c2b50d" providerId="ADAL" clId="{2EAA79AB-D315-4934-B476-1E659369AB95}" dt="2025-11-04T20:41:43.608" v="773" actId="14100"/>
          <ac:picMkLst>
            <pc:docMk/>
            <pc:sldMk cId="1221583138" sldId="262"/>
            <ac:picMk id="4" creationId="{422A40DF-B500-AE6C-AB5B-60610CB4144C}"/>
          </ac:picMkLst>
        </pc:picChg>
        <pc:picChg chg="add mod">
          <ac:chgData name="JULIÁN ALARTE ALEIXANDRE" userId="1e734df7-ad5c-4f63-adf2-8cf085c2b50d" providerId="ADAL" clId="{2EAA79AB-D315-4934-B476-1E659369AB95}" dt="2025-11-05T19:51:02.499" v="1046"/>
          <ac:picMkLst>
            <pc:docMk/>
            <pc:sldMk cId="1221583138" sldId="262"/>
            <ac:picMk id="5" creationId="{6CE65E11-2D04-91A8-7B4E-3B4FD35C0941}"/>
          </ac:picMkLst>
        </pc:picChg>
        <pc:picChg chg="del">
          <ac:chgData name="JULIÁN ALARTE ALEIXANDRE" userId="1e734df7-ad5c-4f63-adf2-8cf085c2b50d" providerId="ADAL" clId="{2EAA79AB-D315-4934-B476-1E659369AB95}" dt="2025-11-04T20:37:30.160" v="742" actId="478"/>
          <ac:picMkLst>
            <pc:docMk/>
            <pc:sldMk cId="1221583138" sldId="262"/>
            <ac:picMk id="5" creationId="{AC4425E3-FE42-95CF-5BE8-604998B8F531}"/>
          </ac:picMkLst>
        </pc:picChg>
        <pc:picChg chg="del">
          <ac:chgData name="JULIÁN ALARTE ALEIXANDRE" userId="1e734df7-ad5c-4f63-adf2-8cf085c2b50d" providerId="ADAL" clId="{2EAA79AB-D315-4934-B476-1E659369AB95}" dt="2025-11-04T20:37:30.975" v="743" actId="478"/>
          <ac:picMkLst>
            <pc:docMk/>
            <pc:sldMk cId="1221583138" sldId="262"/>
            <ac:picMk id="11" creationId="{CC5F633F-44F1-F11C-EA75-EBACF9F48F30}"/>
          </ac:picMkLst>
        </pc:picChg>
        <pc:picChg chg="del">
          <ac:chgData name="JULIÁN ALARTE ALEIXANDRE" userId="1e734df7-ad5c-4f63-adf2-8cf085c2b50d" providerId="ADAL" clId="{2EAA79AB-D315-4934-B476-1E659369AB95}" dt="2025-11-04T20:37:33.665" v="745" actId="478"/>
          <ac:picMkLst>
            <pc:docMk/>
            <pc:sldMk cId="1221583138" sldId="262"/>
            <ac:picMk id="15" creationId="{901940C3-A024-2196-F947-867727098233}"/>
          </ac:picMkLst>
        </pc:picChg>
      </pc:sldChg>
      <pc:sldChg chg="new del">
        <pc:chgData name="JULIÁN ALARTE ALEIXANDRE" userId="1e734df7-ad5c-4f63-adf2-8cf085c2b50d" providerId="ADAL" clId="{2EAA79AB-D315-4934-B476-1E659369AB95}" dt="2025-11-04T20:42:35.986" v="798" actId="680"/>
        <pc:sldMkLst>
          <pc:docMk/>
          <pc:sldMk cId="2451312374" sldId="263"/>
        </pc:sldMkLst>
      </pc:sldChg>
      <pc:sldChg chg="addSp delSp modSp add mod ord delAnim modAnim">
        <pc:chgData name="JULIÁN ALARTE ALEIXANDRE" userId="1e734df7-ad5c-4f63-adf2-8cf085c2b50d" providerId="ADAL" clId="{2EAA79AB-D315-4934-B476-1E659369AB95}" dt="2025-11-05T19:51:04.876" v="1047"/>
        <pc:sldMkLst>
          <pc:docMk/>
          <pc:sldMk cId="3025878455" sldId="263"/>
        </pc:sldMkLst>
        <pc:spChg chg="mod">
          <ac:chgData name="JULIÁN ALARTE ALEIXANDRE" userId="1e734df7-ad5c-4f63-adf2-8cf085c2b50d" providerId="ADAL" clId="{2EAA79AB-D315-4934-B476-1E659369AB95}" dt="2025-11-04T20:43:26.671" v="807" actId="20577"/>
          <ac:spMkLst>
            <pc:docMk/>
            <pc:sldMk cId="3025878455" sldId="263"/>
            <ac:spMk id="2" creationId="{799456A9-3938-E372-1C50-D5DDA5E2433B}"/>
          </ac:spMkLst>
        </pc:spChg>
        <pc:spChg chg="mod">
          <ac:chgData name="JULIÁN ALARTE ALEIXANDRE" userId="1e734df7-ad5c-4f63-adf2-8cf085c2b50d" providerId="ADAL" clId="{2EAA79AB-D315-4934-B476-1E659369AB95}" dt="2025-11-04T20:44:05.923" v="832" actId="255"/>
          <ac:spMkLst>
            <pc:docMk/>
            <pc:sldMk cId="3025878455" sldId="263"/>
            <ac:spMk id="6" creationId="{829E1A2D-C68D-582D-FAB6-222C49E5D201}"/>
          </ac:spMkLst>
        </pc:spChg>
        <pc:spChg chg="mod">
          <ac:chgData name="JULIÁN ALARTE ALEIXANDRE" userId="1e734df7-ad5c-4f63-adf2-8cf085c2b50d" providerId="ADAL" clId="{2EAA79AB-D315-4934-B476-1E659369AB95}" dt="2025-11-04T20:43:59.932" v="831" actId="255"/>
          <ac:spMkLst>
            <pc:docMk/>
            <pc:sldMk cId="3025878455" sldId="263"/>
            <ac:spMk id="7" creationId="{DF3E86D6-5BC2-21AB-F8D0-F31134839B61}"/>
          </ac:spMkLst>
        </pc:spChg>
        <pc:spChg chg="mod">
          <ac:chgData name="JULIÁN ALARTE ALEIXANDRE" userId="1e734df7-ad5c-4f63-adf2-8cf085c2b50d" providerId="ADAL" clId="{2EAA79AB-D315-4934-B476-1E659369AB95}" dt="2025-11-04T20:45:05.685" v="846" actId="20577"/>
          <ac:spMkLst>
            <pc:docMk/>
            <pc:sldMk cId="3025878455" sldId="263"/>
            <ac:spMk id="25" creationId="{30487CF8-F4AA-8175-B6B7-7E41C2E62620}"/>
          </ac:spMkLst>
        </pc:spChg>
        <pc:picChg chg="add mod">
          <ac:chgData name="JULIÁN ALARTE ALEIXANDRE" userId="1e734df7-ad5c-4f63-adf2-8cf085c2b50d" providerId="ADAL" clId="{2EAA79AB-D315-4934-B476-1E659369AB95}" dt="2025-11-05T19:51:04.876" v="1047"/>
          <ac:picMkLst>
            <pc:docMk/>
            <pc:sldMk cId="3025878455" sldId="263"/>
            <ac:picMk id="3" creationId="{C3704A32-5829-DB75-C2C7-9C525901ED6E}"/>
          </ac:picMkLst>
        </pc:picChg>
        <pc:picChg chg="del">
          <ac:chgData name="JULIÁN ALARTE ALEIXANDRE" userId="1e734df7-ad5c-4f63-adf2-8cf085c2b50d" providerId="ADAL" clId="{2EAA79AB-D315-4934-B476-1E659369AB95}" dt="2025-11-04T20:44:29.222" v="833" actId="478"/>
          <ac:picMkLst>
            <pc:docMk/>
            <pc:sldMk cId="3025878455" sldId="263"/>
            <ac:picMk id="4" creationId="{489B2CDB-AA0B-8FCF-76C2-213410BB85AB}"/>
          </ac:picMkLst>
        </pc:picChg>
        <pc:picChg chg="add mod">
          <ac:chgData name="JULIÁN ALARTE ALEIXANDRE" userId="1e734df7-ad5c-4f63-adf2-8cf085c2b50d" providerId="ADAL" clId="{2EAA79AB-D315-4934-B476-1E659369AB95}" dt="2025-11-05T19:51:04.876" v="1047"/>
          <ac:picMkLst>
            <pc:docMk/>
            <pc:sldMk cId="3025878455" sldId="263"/>
            <ac:picMk id="4" creationId="{886C3341-F792-5430-7655-B2236130E2A5}"/>
          </ac:picMkLst>
        </pc:picChg>
        <pc:picChg chg="add mod">
          <ac:chgData name="JULIÁN ALARTE ALEIXANDRE" userId="1e734df7-ad5c-4f63-adf2-8cf085c2b50d" providerId="ADAL" clId="{2EAA79AB-D315-4934-B476-1E659369AB95}" dt="2025-11-04T20:44:36.999" v="836" actId="14100"/>
          <ac:picMkLst>
            <pc:docMk/>
            <pc:sldMk cId="3025878455" sldId="263"/>
            <ac:picMk id="5" creationId="{A276F54E-6826-2E2F-6684-87D0571FB9D3}"/>
          </ac:picMkLst>
        </pc:picChg>
        <pc:picChg chg="add mod">
          <ac:chgData name="JULIÁN ALARTE ALEIXANDRE" userId="1e734df7-ad5c-4f63-adf2-8cf085c2b50d" providerId="ADAL" clId="{2EAA79AB-D315-4934-B476-1E659369AB95}" dt="2025-11-04T20:45:20.455" v="863" actId="14100"/>
          <ac:picMkLst>
            <pc:docMk/>
            <pc:sldMk cId="3025878455" sldId="263"/>
            <ac:picMk id="11" creationId="{CBAF6D31-2CD3-C0CD-4602-AE76C1FC5D91}"/>
          </ac:picMkLst>
        </pc:picChg>
        <pc:picChg chg="add mod">
          <ac:chgData name="JULIÁN ALARTE ALEIXANDRE" userId="1e734df7-ad5c-4f63-adf2-8cf085c2b50d" providerId="ADAL" clId="{2EAA79AB-D315-4934-B476-1E659369AB95}" dt="2025-11-04T20:46:19.587" v="870" actId="1076"/>
          <ac:picMkLst>
            <pc:docMk/>
            <pc:sldMk cId="3025878455" sldId="263"/>
            <ac:picMk id="15" creationId="{063CE094-9CCA-0873-D210-A766354AB0D4}"/>
          </ac:picMkLst>
        </pc:picChg>
        <pc:picChg chg="del">
          <ac:chgData name="JULIÁN ALARTE ALEIXANDRE" userId="1e734df7-ad5c-4f63-adf2-8cf085c2b50d" providerId="ADAL" clId="{2EAA79AB-D315-4934-B476-1E659369AB95}" dt="2025-11-04T20:46:05.682" v="864" actId="478"/>
          <ac:picMkLst>
            <pc:docMk/>
            <pc:sldMk cId="3025878455" sldId="263"/>
            <ac:picMk id="19" creationId="{08729A56-CF8A-ACA5-B58A-C55F846D0DA6}"/>
          </ac:picMkLst>
        </pc:picChg>
        <pc:picChg chg="del">
          <ac:chgData name="JULIÁN ALARTE ALEIXANDRE" userId="1e734df7-ad5c-4f63-adf2-8cf085c2b50d" providerId="ADAL" clId="{2EAA79AB-D315-4934-B476-1E659369AB95}" dt="2025-11-04T20:44:48.576" v="837" actId="478"/>
          <ac:picMkLst>
            <pc:docMk/>
            <pc:sldMk cId="3025878455" sldId="263"/>
            <ac:picMk id="23" creationId="{065115B9-E034-1F3E-9608-CB6A93CDE5C0}"/>
          </ac:picMkLst>
        </pc:picChg>
      </pc:sldChg>
      <pc:sldChg chg="addSp delSp modSp add mod ord delAnim modAnim">
        <pc:chgData name="JULIÁN ALARTE ALEIXANDRE" userId="1e734df7-ad5c-4f63-adf2-8cf085c2b50d" providerId="ADAL" clId="{2EAA79AB-D315-4934-B476-1E659369AB95}" dt="2025-11-05T19:51:07.066" v="1048"/>
        <pc:sldMkLst>
          <pc:docMk/>
          <pc:sldMk cId="1766532907" sldId="264"/>
        </pc:sldMkLst>
        <pc:spChg chg="mod">
          <ac:chgData name="JULIÁN ALARTE ALEIXANDRE" userId="1e734df7-ad5c-4f63-adf2-8cf085c2b50d" providerId="ADAL" clId="{2EAA79AB-D315-4934-B476-1E659369AB95}" dt="2025-11-04T20:48:34.971" v="874"/>
          <ac:spMkLst>
            <pc:docMk/>
            <pc:sldMk cId="1766532907" sldId="264"/>
            <ac:spMk id="2" creationId="{AFB7AD15-D9B3-07C3-0B07-457431A87B34}"/>
          </ac:spMkLst>
        </pc:spChg>
        <pc:spChg chg="mod">
          <ac:chgData name="JULIÁN ALARTE ALEIXANDRE" userId="1e734df7-ad5c-4f63-adf2-8cf085c2b50d" providerId="ADAL" clId="{2EAA79AB-D315-4934-B476-1E659369AB95}" dt="2025-11-04T20:49:35.603" v="876" actId="20577"/>
          <ac:spMkLst>
            <pc:docMk/>
            <pc:sldMk cId="1766532907" sldId="264"/>
            <ac:spMk id="6" creationId="{2C4BF1EE-76F5-949F-2A81-A1482A341E9F}"/>
          </ac:spMkLst>
        </pc:spChg>
        <pc:spChg chg="mod">
          <ac:chgData name="JULIÁN ALARTE ALEIXANDRE" userId="1e734df7-ad5c-4f63-adf2-8cf085c2b50d" providerId="ADAL" clId="{2EAA79AB-D315-4934-B476-1E659369AB95}" dt="2025-11-04T20:51:30.683" v="904" actId="20577"/>
          <ac:spMkLst>
            <pc:docMk/>
            <pc:sldMk cId="1766532907" sldId="264"/>
            <ac:spMk id="9" creationId="{5AF5DCC7-0A7B-F59B-E878-095E38FE5EBD}"/>
          </ac:spMkLst>
        </pc:spChg>
        <pc:picChg chg="add mod">
          <ac:chgData name="JULIÁN ALARTE ALEIXANDRE" userId="1e734df7-ad5c-4f63-adf2-8cf085c2b50d" providerId="ADAL" clId="{2EAA79AB-D315-4934-B476-1E659369AB95}" dt="2025-11-05T19:51:07.066" v="1048"/>
          <ac:picMkLst>
            <pc:docMk/>
            <pc:sldMk cId="1766532907" sldId="264"/>
            <ac:picMk id="3" creationId="{063D3F75-1885-EFC6-E121-9D5F1CB32F10}"/>
          </ac:picMkLst>
        </pc:picChg>
        <pc:picChg chg="add mod">
          <ac:chgData name="JULIÁN ALARTE ALEIXANDRE" userId="1e734df7-ad5c-4f63-adf2-8cf085c2b50d" providerId="ADAL" clId="{2EAA79AB-D315-4934-B476-1E659369AB95}" dt="2025-11-04T20:50:17.475" v="880" actId="14100"/>
          <ac:picMkLst>
            <pc:docMk/>
            <pc:sldMk cId="1766532907" sldId="264"/>
            <ac:picMk id="4" creationId="{9660FA83-1818-1683-65DC-846D83A543D0}"/>
          </ac:picMkLst>
        </pc:picChg>
        <pc:picChg chg="add mod">
          <ac:chgData name="JULIÁN ALARTE ALEIXANDRE" userId="1e734df7-ad5c-4f63-adf2-8cf085c2b50d" providerId="ADAL" clId="{2EAA79AB-D315-4934-B476-1E659369AB95}" dt="2025-11-05T19:51:07.066" v="1048"/>
          <ac:picMkLst>
            <pc:docMk/>
            <pc:sldMk cId="1766532907" sldId="264"/>
            <ac:picMk id="5" creationId="{53FC4320-FCEE-DBB8-BC56-E29E7468D0D1}"/>
          </ac:picMkLst>
        </pc:picChg>
        <pc:picChg chg="del">
          <ac:chgData name="JULIÁN ALARTE ALEIXANDRE" userId="1e734df7-ad5c-4f63-adf2-8cf085c2b50d" providerId="ADAL" clId="{2EAA79AB-D315-4934-B476-1E659369AB95}" dt="2025-11-04T20:50:07.568" v="877" actId="478"/>
          <ac:picMkLst>
            <pc:docMk/>
            <pc:sldMk cId="1766532907" sldId="264"/>
            <ac:picMk id="5" creationId="{7F8A762B-BC6C-DDAC-F5BE-E413A0B8F89E}"/>
          </ac:picMkLst>
        </pc:picChg>
      </pc:sldChg>
      <pc:sldChg chg="addSp delSp modSp add mod delAnim">
        <pc:chgData name="JULIÁN ALARTE ALEIXANDRE" userId="1e734df7-ad5c-4f63-adf2-8cf085c2b50d" providerId="ADAL" clId="{2EAA79AB-D315-4934-B476-1E659369AB95}" dt="2025-11-05T19:51:09.412" v="1049"/>
        <pc:sldMkLst>
          <pc:docMk/>
          <pc:sldMk cId="2792055328" sldId="265"/>
        </pc:sldMkLst>
        <pc:spChg chg="add mod">
          <ac:chgData name="JULIÁN ALARTE ALEIXANDRE" userId="1e734df7-ad5c-4f63-adf2-8cf085c2b50d" providerId="ADAL" clId="{2EAA79AB-D315-4934-B476-1E659369AB95}" dt="2025-11-04T21:03:12.385" v="975" actId="1076"/>
          <ac:spMkLst>
            <pc:docMk/>
            <pc:sldMk cId="2792055328" sldId="265"/>
            <ac:spMk id="3" creationId="{552B9829-E811-F652-6CC2-28485174C40F}"/>
          </ac:spMkLst>
        </pc:spChg>
        <pc:spChg chg="mod">
          <ac:chgData name="JULIÁN ALARTE ALEIXANDRE" userId="1e734df7-ad5c-4f63-adf2-8cf085c2b50d" providerId="ADAL" clId="{2EAA79AB-D315-4934-B476-1E659369AB95}" dt="2025-11-04T21:02:39.292" v="970" actId="114"/>
          <ac:spMkLst>
            <pc:docMk/>
            <pc:sldMk cId="2792055328" sldId="265"/>
            <ac:spMk id="6" creationId="{ECC1F070-DA7F-3A41-A6A0-75040FE2F4CA}"/>
          </ac:spMkLst>
        </pc:spChg>
        <pc:spChg chg="del">
          <ac:chgData name="JULIÁN ALARTE ALEIXANDRE" userId="1e734df7-ad5c-4f63-adf2-8cf085c2b50d" providerId="ADAL" clId="{2EAA79AB-D315-4934-B476-1E659369AB95}" dt="2025-11-04T21:00:48.131" v="929" actId="478"/>
          <ac:spMkLst>
            <pc:docMk/>
            <pc:sldMk cId="2792055328" sldId="265"/>
            <ac:spMk id="9" creationId="{4BD34AE6-831E-1464-E35F-54586C4BC748}"/>
          </ac:spMkLst>
        </pc:spChg>
        <pc:picChg chg="del">
          <ac:chgData name="JULIÁN ALARTE ALEIXANDRE" userId="1e734df7-ad5c-4f63-adf2-8cf085c2b50d" providerId="ADAL" clId="{2EAA79AB-D315-4934-B476-1E659369AB95}" dt="2025-11-04T21:00:45.187" v="928" actId="478"/>
          <ac:picMkLst>
            <pc:docMk/>
            <pc:sldMk cId="2792055328" sldId="265"/>
            <ac:picMk id="4" creationId="{2D7D0D58-A019-48FC-CF81-85862AA9BDEE}"/>
          </ac:picMkLst>
        </pc:picChg>
        <pc:picChg chg="add mod">
          <ac:chgData name="JULIÁN ALARTE ALEIXANDRE" userId="1e734df7-ad5c-4f63-adf2-8cf085c2b50d" providerId="ADAL" clId="{2EAA79AB-D315-4934-B476-1E659369AB95}" dt="2025-11-05T19:51:09.412" v="1049"/>
          <ac:picMkLst>
            <pc:docMk/>
            <pc:sldMk cId="2792055328" sldId="265"/>
            <ac:picMk id="7" creationId="{ED8E41CA-EDD0-ABE1-542C-3091EA07124E}"/>
          </ac:picMkLst>
        </pc:picChg>
        <pc:picChg chg="add mod">
          <ac:chgData name="JULIÁN ALARTE ALEIXANDRE" userId="1e734df7-ad5c-4f63-adf2-8cf085c2b50d" providerId="ADAL" clId="{2EAA79AB-D315-4934-B476-1E659369AB95}" dt="2025-11-05T19:51:09.412" v="1049"/>
          <ac:picMkLst>
            <pc:docMk/>
            <pc:sldMk cId="2792055328" sldId="265"/>
            <ac:picMk id="9" creationId="{F3254215-28E8-4A10-F24D-F50C6954E15D}"/>
          </ac:picMkLst>
        </pc:picChg>
      </pc:sldChg>
      <pc:sldChg chg="addSp delSp modSp add mod ord addAnim delAnim modAnim">
        <pc:chgData name="JULIÁN ALARTE ALEIXANDRE" userId="1e734df7-ad5c-4f63-adf2-8cf085c2b50d" providerId="ADAL" clId="{2EAA79AB-D315-4934-B476-1E659369AB95}" dt="2025-11-05T19:50:42.854" v="1040" actId="1076"/>
        <pc:sldMkLst>
          <pc:docMk/>
          <pc:sldMk cId="869471656" sldId="266"/>
        </pc:sldMkLst>
        <pc:spChg chg="mod">
          <ac:chgData name="JULIÁN ALARTE ALEIXANDRE" userId="1e734df7-ad5c-4f63-adf2-8cf085c2b50d" providerId="ADAL" clId="{2EAA79AB-D315-4934-B476-1E659369AB95}" dt="2025-11-04T22:12:26.307" v="996" actId="20577"/>
          <ac:spMkLst>
            <pc:docMk/>
            <pc:sldMk cId="869471656" sldId="266"/>
            <ac:spMk id="2" creationId="{4CC5C562-075D-DF46-53E9-6C9AA71F9427}"/>
          </ac:spMkLst>
        </pc:spChg>
        <pc:spChg chg="add del mod">
          <ac:chgData name="JULIÁN ALARTE ALEIXANDRE" userId="1e734df7-ad5c-4f63-adf2-8cf085c2b50d" providerId="ADAL" clId="{2EAA79AB-D315-4934-B476-1E659369AB95}" dt="2025-11-04T22:13:35.701" v="1012" actId="207"/>
          <ac:spMkLst>
            <pc:docMk/>
            <pc:sldMk cId="869471656" sldId="266"/>
            <ac:spMk id="6" creationId="{D5A18A1D-1133-7EE2-9DFC-CD353E1A247F}"/>
          </ac:spMkLst>
        </pc:spChg>
        <pc:spChg chg="del">
          <ac:chgData name="JULIÁN ALARTE ALEIXANDRE" userId="1e734df7-ad5c-4f63-adf2-8cf085c2b50d" providerId="ADAL" clId="{2EAA79AB-D315-4934-B476-1E659369AB95}" dt="2025-11-04T22:12:29.064" v="997" actId="478"/>
          <ac:spMkLst>
            <pc:docMk/>
            <pc:sldMk cId="869471656" sldId="266"/>
            <ac:spMk id="7" creationId="{9669B221-6D9F-3223-D51B-583E50AA3A1B}"/>
          </ac:spMkLst>
        </pc:spChg>
        <pc:spChg chg="del">
          <ac:chgData name="JULIÁN ALARTE ALEIXANDRE" userId="1e734df7-ad5c-4f63-adf2-8cf085c2b50d" providerId="ADAL" clId="{2EAA79AB-D315-4934-B476-1E659369AB95}" dt="2025-11-04T22:12:49.383" v="1006" actId="478"/>
          <ac:spMkLst>
            <pc:docMk/>
            <pc:sldMk cId="869471656" sldId="266"/>
            <ac:spMk id="9" creationId="{08577E20-58D3-8B41-0260-1648C1E1BA85}"/>
          </ac:spMkLst>
        </pc:spChg>
        <pc:spChg chg="del">
          <ac:chgData name="JULIÁN ALARTE ALEIXANDRE" userId="1e734df7-ad5c-4f63-adf2-8cf085c2b50d" providerId="ADAL" clId="{2EAA79AB-D315-4934-B476-1E659369AB95}" dt="2025-11-04T22:12:50.184" v="1007" actId="478"/>
          <ac:spMkLst>
            <pc:docMk/>
            <pc:sldMk cId="869471656" sldId="266"/>
            <ac:spMk id="11" creationId="{27946598-667E-29EF-797F-6D9FD38FD0F1}"/>
          </ac:spMkLst>
        </pc:spChg>
        <pc:spChg chg="del">
          <ac:chgData name="JULIÁN ALARTE ALEIXANDRE" userId="1e734df7-ad5c-4f63-adf2-8cf085c2b50d" providerId="ADAL" clId="{2EAA79AB-D315-4934-B476-1E659369AB95}" dt="2025-11-04T22:12:50.767" v="1008" actId="478"/>
          <ac:spMkLst>
            <pc:docMk/>
            <pc:sldMk cId="869471656" sldId="266"/>
            <ac:spMk id="13" creationId="{6C29DC72-1E97-4351-3FE0-991AC25E4E23}"/>
          </ac:spMkLst>
        </pc:spChg>
        <pc:spChg chg="add del">
          <ac:chgData name="JULIÁN ALARTE ALEIXANDRE" userId="1e734df7-ad5c-4f63-adf2-8cf085c2b50d" providerId="ADAL" clId="{2EAA79AB-D315-4934-B476-1E659369AB95}" dt="2025-11-04T22:12:47.512" v="1004" actId="478"/>
          <ac:spMkLst>
            <pc:docMk/>
            <pc:sldMk cId="869471656" sldId="266"/>
            <ac:spMk id="15" creationId="{DEF59334-EE30-2D0F-7ADE-2BC47487044E}"/>
          </ac:spMkLst>
        </pc:spChg>
        <pc:picChg chg="add mod">
          <ac:chgData name="JULIÁN ALARTE ALEIXANDRE" userId="1e734df7-ad5c-4f63-adf2-8cf085c2b50d" providerId="ADAL" clId="{2EAA79AB-D315-4934-B476-1E659369AB95}" dt="2025-11-05T19:50:42.854" v="1040" actId="1076"/>
          <ac:picMkLst>
            <pc:docMk/>
            <pc:sldMk cId="869471656" sldId="266"/>
            <ac:picMk id="3" creationId="{A0FE6899-D54A-FCA8-55B9-F9BCFBDC6B36}"/>
          </ac:picMkLst>
        </pc:picChg>
        <pc:picChg chg="add mod">
          <ac:chgData name="JULIÁN ALARTE ALEIXANDRE" userId="1e734df7-ad5c-4f63-adf2-8cf085c2b50d" providerId="ADAL" clId="{2EAA79AB-D315-4934-B476-1E659369AB95}" dt="2025-11-04T22:13:30.297" v="1011" actId="1076"/>
          <ac:picMkLst>
            <pc:docMk/>
            <pc:sldMk cId="869471656" sldId="266"/>
            <ac:picMk id="4" creationId="{D6585D78-D344-B464-7305-A53EDFDF72C4}"/>
          </ac:picMkLst>
        </pc:picChg>
        <pc:picChg chg="add del">
          <ac:chgData name="JULIÁN ALARTE ALEIXANDRE" userId="1e734df7-ad5c-4f63-adf2-8cf085c2b50d" providerId="ADAL" clId="{2EAA79AB-D315-4934-B476-1E659369AB95}" dt="2025-11-04T22:12:48.654" v="1005" actId="478"/>
          <ac:picMkLst>
            <pc:docMk/>
            <pc:sldMk cId="869471656" sldId="266"/>
            <ac:picMk id="5" creationId="{25DF709F-F875-F500-4518-C7E7D53AC965}"/>
          </ac:picMkLst>
        </pc:picChg>
        <pc:picChg chg="add mod">
          <ac:chgData name="JULIÁN ALARTE ALEIXANDRE" userId="1e734df7-ad5c-4f63-adf2-8cf085c2b50d" providerId="ADAL" clId="{2EAA79AB-D315-4934-B476-1E659369AB95}" dt="2025-11-05T19:50:35.337" v="1037" actId="14100"/>
          <ac:picMkLst>
            <pc:docMk/>
            <pc:sldMk cId="869471656" sldId="266"/>
            <ac:picMk id="5" creationId="{538B9908-E091-268A-801A-EA7BCB4EC3F5}"/>
          </ac:picMkLst>
        </pc:picChg>
      </pc:sldChg>
      <pc:sldChg chg="add del">
        <pc:chgData name="JULIÁN ALARTE ALEIXANDRE" userId="1e734df7-ad5c-4f63-adf2-8cf085c2b50d" providerId="ADAL" clId="{2EAA79AB-D315-4934-B476-1E659369AB95}" dt="2025-11-04T22:12:05.493" v="977" actId="2890"/>
        <pc:sldMkLst>
          <pc:docMk/>
          <pc:sldMk cId="3998415067" sldId="266"/>
        </pc:sldMkLst>
      </pc:sldChg>
      <pc:sldMasterChg chg="del delSldLayout">
        <pc:chgData name="JULIÁN ALARTE ALEIXANDRE" userId="1e734df7-ad5c-4f63-adf2-8cf085c2b50d" providerId="ADAL" clId="{2EAA79AB-D315-4934-B476-1E659369AB95}" dt="2025-11-04T19:49:07.924" v="7" actId="26606"/>
        <pc:sldMasterMkLst>
          <pc:docMk/>
          <pc:sldMasterMk cId="3837522000" sldId="2147483706"/>
        </pc:sldMasterMkLst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4098542675" sldId="2147483707"/>
          </pc:sldLayoutMkLst>
        </pc:sldLayoutChg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2219628810" sldId="2147483708"/>
          </pc:sldLayoutMkLst>
        </pc:sldLayoutChg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2667758883" sldId="2147483709"/>
          </pc:sldLayoutMkLst>
        </pc:sldLayoutChg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727913873" sldId="2147483710"/>
          </pc:sldLayoutMkLst>
        </pc:sldLayoutChg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202572710" sldId="2147483711"/>
          </pc:sldLayoutMkLst>
        </pc:sldLayoutChg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4187328990" sldId="2147483712"/>
          </pc:sldLayoutMkLst>
        </pc:sldLayoutChg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3963029506" sldId="2147483713"/>
          </pc:sldLayoutMkLst>
        </pc:sldLayoutChg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4252021541" sldId="2147483714"/>
          </pc:sldLayoutMkLst>
        </pc:sldLayoutChg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3671009739" sldId="2147483715"/>
          </pc:sldLayoutMkLst>
        </pc:sldLayoutChg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97495646" sldId="2147483716"/>
          </pc:sldLayoutMkLst>
        </pc:sldLayoutChg>
        <pc:sldLayoutChg chg="del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3837522000" sldId="2147483706"/>
            <pc:sldLayoutMk cId="1435350629" sldId="2147483717"/>
          </pc:sldLayoutMkLst>
        </pc:sldLayoutChg>
      </pc:sldMasterChg>
      <pc:sldMasterChg chg="add addSldLayout">
        <pc:chgData name="JULIÁN ALARTE ALEIXANDRE" userId="1e734df7-ad5c-4f63-adf2-8cf085c2b50d" providerId="ADAL" clId="{2EAA79AB-D315-4934-B476-1E659369AB95}" dt="2025-11-04T19:49:07.924" v="7" actId="26606"/>
        <pc:sldMasterMkLst>
          <pc:docMk/>
          <pc:sldMasterMk cId="1615963529" sldId="2147483796"/>
        </pc:sldMasterMkLst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4055443151" sldId="2147483785"/>
          </pc:sldLayoutMkLst>
        </pc:sldLayoutChg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2117558129" sldId="2147483786"/>
          </pc:sldLayoutMkLst>
        </pc:sldLayoutChg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227083405" sldId="2147483787"/>
          </pc:sldLayoutMkLst>
        </pc:sldLayoutChg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5707404" sldId="2147483788"/>
          </pc:sldLayoutMkLst>
        </pc:sldLayoutChg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3972922568" sldId="2147483789"/>
          </pc:sldLayoutMkLst>
        </pc:sldLayoutChg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3978469249" sldId="2147483790"/>
          </pc:sldLayoutMkLst>
        </pc:sldLayoutChg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170224388" sldId="2147483791"/>
          </pc:sldLayoutMkLst>
        </pc:sldLayoutChg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4287285919" sldId="2147483792"/>
          </pc:sldLayoutMkLst>
        </pc:sldLayoutChg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2050216747" sldId="2147483793"/>
          </pc:sldLayoutMkLst>
        </pc:sldLayoutChg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1040930277" sldId="2147483794"/>
          </pc:sldLayoutMkLst>
        </pc:sldLayoutChg>
        <pc:sldLayoutChg chg="add">
          <pc:chgData name="JULIÁN ALARTE ALEIXANDRE" userId="1e734df7-ad5c-4f63-adf2-8cf085c2b50d" providerId="ADAL" clId="{2EAA79AB-D315-4934-B476-1E659369AB95}" dt="2025-11-04T19:49:07.924" v="7" actId="26606"/>
          <pc:sldLayoutMkLst>
            <pc:docMk/>
            <pc:sldMasterMk cId="1615963529" sldId="2147483796"/>
            <pc:sldLayoutMk cId="224085708" sldId="214748379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443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55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7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92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4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8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2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28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21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930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6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5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C60ED7-11F7-478C-AC8E-0865FABDA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D472C551-D440-40DF-9260-BDB9AC409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4" name="Picture 3" descr="Flores floreciendo">
            <a:extLst>
              <a:ext uri="{FF2B5EF4-FFF2-40B4-BE49-F238E27FC236}">
                <a16:creationId xmlns:a16="http://schemas.microsoft.com/office/drawing/2014/main" id="{71D817FE-1D28-7D27-C53C-4FEADFC43FB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b="15730"/>
          <a:stretch>
            <a:fillRect/>
          </a:stretch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6E7D53-1530-33D1-427C-9641826CF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073" y="1504476"/>
            <a:ext cx="6347918" cy="1915647"/>
          </a:xfrm>
        </p:spPr>
        <p:txBody>
          <a:bodyPr anchor="b">
            <a:normAutofit/>
          </a:bodyPr>
          <a:lstStyle/>
          <a:p>
            <a:r>
              <a:rPr lang="es-ES" sz="5000" dirty="0">
                <a:solidFill>
                  <a:srgbClr val="FFFFFF"/>
                </a:solidFill>
              </a:rPr>
              <a:t>Programación avanzada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A38F90-C8CE-1467-0842-149F65130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73" y="3570883"/>
            <a:ext cx="3633923" cy="1042493"/>
          </a:xfrm>
        </p:spPr>
        <p:txBody>
          <a:bodyPr anchor="ctr">
            <a:normAutofit fontScale="92500" lnSpcReduction="10000"/>
          </a:bodyPr>
          <a:lstStyle/>
          <a:p>
            <a:r>
              <a:rPr lang="es-ES" sz="3400" dirty="0">
                <a:solidFill>
                  <a:srgbClr val="FFFFFF"/>
                </a:solidFill>
              </a:rPr>
              <a:t>PRÁCTICA 1</a:t>
            </a:r>
          </a:p>
          <a:p>
            <a:r>
              <a:rPr lang="es-ES" sz="3400" dirty="0">
                <a:solidFill>
                  <a:srgbClr val="FFFFFF"/>
                </a:solidFill>
              </a:rPr>
              <a:t>Primera parte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340" y="122578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7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4855" y="168586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9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87962" y="2175690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F03C0E-750E-1095-B8FB-9D32E5D0B0A2}"/>
              </a:ext>
            </a:extLst>
          </p:cNvPr>
          <p:cNvSpPr txBox="1"/>
          <p:nvPr/>
        </p:nvSpPr>
        <p:spPr>
          <a:xfrm>
            <a:off x="817073" y="4812139"/>
            <a:ext cx="99380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b="1" dirty="0">
                <a:solidFill>
                  <a:schemeClr val="bg1"/>
                </a:solidFill>
              </a:rPr>
              <a:t>Interfaz genérica para una estructura de datos lineal de tipo lista</a:t>
            </a:r>
            <a:endParaRPr lang="es-ES" sz="2200" dirty="0">
              <a:solidFill>
                <a:schemeClr val="bg1"/>
              </a:solidFill>
            </a:endParaRPr>
          </a:p>
        </p:txBody>
      </p:sp>
      <p:pic>
        <p:nvPicPr>
          <p:cNvPr id="1026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5D4D4F87-FAF0-2C83-F2F5-238C84481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73" y="5545862"/>
            <a:ext cx="2210607" cy="111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PSA | Escuela Politécnica Superior de Alcoy | UPV">
            <a:extLst>
              <a:ext uri="{FF2B5EF4-FFF2-40B4-BE49-F238E27FC236}">
                <a16:creationId xmlns:a16="http://schemas.microsoft.com/office/drawing/2014/main" id="{12B72EAA-9200-B4DB-3B08-DBD8E6EC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0113" y="5573442"/>
            <a:ext cx="2394814" cy="105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006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42685-D2F9-5191-F092-3D2074F7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34EA7-7E41-F69F-90F2-7D6AE3DEB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576DAD7-13F2-128D-F4A9-8482E3227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C5C562-075D-DF46-53E9-6C9AA71F9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90" y="583345"/>
            <a:ext cx="10324897" cy="8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Clases</a:t>
            </a:r>
            <a:r>
              <a:rPr lang="en-US" sz="4000" b="1" i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generar</a:t>
            </a:r>
            <a:endParaRPr lang="en-US" sz="4000" b="1" i="0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EA0C695D-7824-AC2B-5017-27CEB07B4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E45C931-5E62-D8D6-259D-DF54A7A58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1E7FBF1C-B5CF-604A-945E-13BEA862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F5F1A8-DC17-1661-E965-E7CAC2E5E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434F5686-07AA-7C95-A6A7-20A6CF9B4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D4EB5274-E423-62C7-CED3-23E6CDD0F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C5973864-78B6-3C6F-C247-5DBC3C9AB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5A18A1D-1133-7EE2-9DFC-CD353E1A247F}"/>
              </a:ext>
            </a:extLst>
          </p:cNvPr>
          <p:cNvSpPr txBox="1"/>
          <p:nvPr/>
        </p:nvSpPr>
        <p:spPr>
          <a:xfrm>
            <a:off x="856114" y="1310400"/>
            <a:ext cx="1032489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chemeClr val="bg1"/>
                </a:solidFill>
              </a:rPr>
              <a:t>List</a:t>
            </a:r>
            <a:r>
              <a:rPr lang="es-ES" b="1" dirty="0">
                <a:solidFill>
                  <a:schemeClr val="bg1"/>
                </a:solidFill>
              </a:rPr>
              <a:t>&lt;T&gt;</a:t>
            </a:r>
            <a:r>
              <a:rPr lang="es-ES" dirty="0">
                <a:solidFill>
                  <a:schemeClr val="bg1"/>
                </a:solidFill>
              </a:rPr>
              <a:t>: Clase abstracta pura y genérica, que definirá los métodos de la interfaz de una EDL de tipo lista, para almacenar secuencias de objetos de tipo genérico T.</a:t>
            </a:r>
          </a:p>
          <a:p>
            <a:r>
              <a:rPr lang="es-ES" b="1" dirty="0" err="1">
                <a:solidFill>
                  <a:schemeClr val="bg1"/>
                </a:solidFill>
              </a:rPr>
              <a:t>ListArray</a:t>
            </a:r>
            <a:r>
              <a:rPr lang="es-ES" b="1" dirty="0">
                <a:solidFill>
                  <a:schemeClr val="bg1"/>
                </a:solidFill>
              </a:rPr>
              <a:t>&lt;T&gt;</a:t>
            </a:r>
            <a:r>
              <a:rPr lang="es-ES" dirty="0">
                <a:solidFill>
                  <a:schemeClr val="bg1"/>
                </a:solidFill>
              </a:rPr>
              <a:t>: Clase genérica, derivada de </a:t>
            </a:r>
            <a:r>
              <a:rPr lang="es-ES" dirty="0" err="1">
                <a:solidFill>
                  <a:schemeClr val="bg1"/>
                </a:solidFill>
              </a:rPr>
              <a:t>List</a:t>
            </a:r>
            <a:r>
              <a:rPr lang="es-ES" dirty="0">
                <a:solidFill>
                  <a:schemeClr val="bg1"/>
                </a:solidFill>
              </a:rPr>
              <a:t>&lt;T&gt;, que implementará la interfaz siguiendo la aproximación de representación de secuencias en memoria contigua (</a:t>
            </a:r>
            <a:r>
              <a:rPr lang="es-ES" dirty="0" err="1">
                <a:solidFill>
                  <a:schemeClr val="bg1"/>
                </a:solidFill>
              </a:rPr>
              <a:t>arrays</a:t>
            </a:r>
            <a:r>
              <a:rPr lang="es-ES" dirty="0">
                <a:solidFill>
                  <a:schemeClr val="bg1"/>
                </a:solidFill>
              </a:rPr>
              <a:t>). </a:t>
            </a:r>
          </a:p>
          <a:p>
            <a:r>
              <a:rPr lang="es-ES" b="1" dirty="0" err="1">
                <a:solidFill>
                  <a:schemeClr val="bg1"/>
                </a:solidFill>
              </a:rPr>
              <a:t>ListLinked</a:t>
            </a:r>
            <a:r>
              <a:rPr lang="es-ES" b="1" dirty="0">
                <a:solidFill>
                  <a:schemeClr val="bg1"/>
                </a:solidFill>
              </a:rPr>
              <a:t>&lt;T&gt;</a:t>
            </a:r>
            <a:r>
              <a:rPr lang="es-ES" dirty="0">
                <a:solidFill>
                  <a:schemeClr val="bg1"/>
                </a:solidFill>
              </a:rPr>
              <a:t>: Clase genérica, derivada de </a:t>
            </a:r>
            <a:r>
              <a:rPr lang="es-ES" dirty="0" err="1">
                <a:solidFill>
                  <a:schemeClr val="bg1"/>
                </a:solidFill>
              </a:rPr>
              <a:t>List</a:t>
            </a:r>
            <a:r>
              <a:rPr lang="es-ES" dirty="0">
                <a:solidFill>
                  <a:schemeClr val="bg1"/>
                </a:solidFill>
              </a:rPr>
              <a:t>&lt;T&gt;, que implementará la interfaz siguiendo la aproximación de representación de secuencias en memoria dispersa (nodos enlazados).</a:t>
            </a:r>
          </a:p>
          <a:p>
            <a:r>
              <a:rPr lang="es-ES" b="1" dirty="0" err="1">
                <a:solidFill>
                  <a:schemeClr val="bg1"/>
                </a:solidFill>
              </a:rPr>
              <a:t>Node</a:t>
            </a:r>
            <a:r>
              <a:rPr lang="es-ES" b="1" dirty="0">
                <a:solidFill>
                  <a:schemeClr val="bg1"/>
                </a:solidFill>
              </a:rPr>
              <a:t>&lt;T&gt;</a:t>
            </a:r>
            <a:r>
              <a:rPr lang="es-ES" dirty="0">
                <a:solidFill>
                  <a:schemeClr val="bg1"/>
                </a:solidFill>
              </a:rPr>
              <a:t>: Clase concreta que representa un nodo de una secuencia de nodos enlazados, cuyos elementos almacenados son de tipo genérico T.</a:t>
            </a:r>
          </a:p>
          <a:p>
            <a:br>
              <a:rPr lang="es-ES" dirty="0"/>
            </a:br>
            <a:endParaRPr lang="es-ES" sz="26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6585D78-D344-B464-7305-A53EDFDF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101" y="3651945"/>
            <a:ext cx="7597798" cy="3048264"/>
          </a:xfrm>
          <a:prstGeom prst="rect">
            <a:avLst/>
          </a:prstGeom>
        </p:spPr>
      </p:pic>
      <p:pic>
        <p:nvPicPr>
          <p:cNvPr id="3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A0FE6899-D54A-FCA8-55B9-F9BCFBDC6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858" y="723765"/>
            <a:ext cx="1082503" cy="54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PSA | Escuela Politécnica Superior de Alcoy | UPV">
            <a:extLst>
              <a:ext uri="{FF2B5EF4-FFF2-40B4-BE49-F238E27FC236}">
                <a16:creationId xmlns:a16="http://schemas.microsoft.com/office/drawing/2014/main" id="{538B9908-E091-268A-801A-EA7BCB4EC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237" y="176313"/>
            <a:ext cx="1080715" cy="4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471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2C5D44-FD10-9CC3-A0A8-F8FB5EA6E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90" y="583345"/>
            <a:ext cx="10324897" cy="8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List.h</a:t>
            </a:r>
            <a:endParaRPr lang="en-US" sz="4000" b="1" i="0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8E1DE0-6794-53BE-3E2E-770627E27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38" y="3629083"/>
            <a:ext cx="6187976" cy="30939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B1360C-D242-E9EA-99DA-219CE38B5A18}"/>
              </a:ext>
            </a:extLst>
          </p:cNvPr>
          <p:cNvSpPr txBox="1"/>
          <p:nvPr/>
        </p:nvSpPr>
        <p:spPr>
          <a:xfrm>
            <a:off x="856114" y="1310400"/>
            <a:ext cx="103248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Clase abstracta pura y genérica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CEBC6C-6CC7-3E7A-CB33-C54F7D6B4784}"/>
              </a:ext>
            </a:extLst>
          </p:cNvPr>
          <p:cNvSpPr txBox="1"/>
          <p:nvPr/>
        </p:nvSpPr>
        <p:spPr>
          <a:xfrm>
            <a:off x="856114" y="1798942"/>
            <a:ext cx="103248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Sólo incluye métodos </a:t>
            </a:r>
            <a:r>
              <a:rPr lang="es-ES" sz="2600" b="1" dirty="0">
                <a:solidFill>
                  <a:schemeClr val="bg1"/>
                </a:solidFill>
              </a:rPr>
              <a:t>virtuales puros </a:t>
            </a:r>
            <a:r>
              <a:rPr lang="es-ES" sz="2600" dirty="0">
                <a:solidFill>
                  <a:schemeClr val="bg1"/>
                </a:solidFill>
              </a:rPr>
              <a:t>y genéricos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ABE30E-3257-7DDF-C455-D9687972355B}"/>
              </a:ext>
            </a:extLst>
          </p:cNvPr>
          <p:cNvSpPr/>
          <p:nvPr/>
        </p:nvSpPr>
        <p:spPr>
          <a:xfrm>
            <a:off x="883128" y="4328471"/>
            <a:ext cx="6414395" cy="492443"/>
          </a:xfrm>
          <a:prstGeom prst="rect">
            <a:avLst/>
          </a:prstGeom>
          <a:solidFill>
            <a:srgbClr val="C0CF3A">
              <a:alpha val="30196"/>
            </a:srgb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76BF8BB-6B61-27DC-9573-16FAB90F8BB4}"/>
              </a:ext>
            </a:extLst>
          </p:cNvPr>
          <p:cNvSpPr/>
          <p:nvPr/>
        </p:nvSpPr>
        <p:spPr>
          <a:xfrm>
            <a:off x="891105" y="5666222"/>
            <a:ext cx="6414395" cy="492443"/>
          </a:xfrm>
          <a:prstGeom prst="rect">
            <a:avLst/>
          </a:prstGeom>
          <a:solidFill>
            <a:srgbClr val="C0CF3A">
              <a:alpha val="30196"/>
            </a:srgb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D1B6487-7F39-236A-D147-3434F55F452A}"/>
              </a:ext>
            </a:extLst>
          </p:cNvPr>
          <p:cNvSpPr/>
          <p:nvPr/>
        </p:nvSpPr>
        <p:spPr>
          <a:xfrm>
            <a:off x="891105" y="6230628"/>
            <a:ext cx="6414395" cy="492443"/>
          </a:xfrm>
          <a:prstGeom prst="rect">
            <a:avLst/>
          </a:prstGeom>
          <a:solidFill>
            <a:srgbClr val="C0CF3A">
              <a:alpha val="30196"/>
            </a:srgb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56BA38E-F390-17DC-D901-D325E07305F6}"/>
              </a:ext>
            </a:extLst>
          </p:cNvPr>
          <p:cNvSpPr txBox="1"/>
          <p:nvPr/>
        </p:nvSpPr>
        <p:spPr>
          <a:xfrm>
            <a:off x="856114" y="2503798"/>
            <a:ext cx="575622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Comprobación de sintaxis: g++ -</a:t>
            </a:r>
            <a:r>
              <a:rPr lang="es-ES" dirty="0" err="1"/>
              <a:t>fsyntax-only</a:t>
            </a:r>
            <a:r>
              <a:rPr lang="es-ES" dirty="0"/>
              <a:t> </a:t>
            </a:r>
            <a:r>
              <a:rPr lang="es-ES" dirty="0" err="1"/>
              <a:t>List.h</a:t>
            </a:r>
            <a:endParaRPr lang="es-ES" dirty="0"/>
          </a:p>
          <a:p>
            <a:br>
              <a:rPr lang="es-ES" dirty="0"/>
            </a:br>
            <a:endParaRPr lang="es-ES" sz="2600" dirty="0">
              <a:solidFill>
                <a:schemeClr val="bg1"/>
              </a:solidFill>
            </a:endParaRPr>
          </a:p>
        </p:txBody>
      </p:sp>
      <p:pic>
        <p:nvPicPr>
          <p:cNvPr id="3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66AB3947-7718-E210-B623-5906C0004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858" y="723765"/>
            <a:ext cx="1082503" cy="54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EPSA | Escuela Politécnica Superior de Alcoy | UPV">
            <a:extLst>
              <a:ext uri="{FF2B5EF4-FFF2-40B4-BE49-F238E27FC236}">
                <a16:creationId xmlns:a16="http://schemas.microsoft.com/office/drawing/2014/main" id="{5F92D895-3F97-103C-390C-7A03F1A51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237" y="176313"/>
            <a:ext cx="1080715" cy="4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73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1" grpId="0" animBg="1"/>
      <p:bldP spid="13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295F6-84A0-AC37-912C-F8A91A97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180247-AD5B-456A-9F23-FFEF3DB99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60E783-239D-0F95-C3E5-79007DFF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D4BF51-465B-EB81-6142-9C2982EF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90" y="583345"/>
            <a:ext cx="10324897" cy="8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List.h</a:t>
            </a:r>
            <a:endParaRPr lang="en-US" sz="4000" b="1" i="0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A3FBDC55-9F9E-3512-FF30-93FF9D1B6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4AF9013B-47EA-C0F8-BE10-4391302D4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D6A6183B-C678-1CC6-7D40-96E94916C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2E9821-C537-9D0A-4F8B-FEFD54F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8E929503-43B7-9DB2-ED62-5B301B0B9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E1BFB04E-1937-9E0E-6428-D595148CF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D4C22896-671B-AA6A-C461-28B6A1414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F28BE15-5AF6-FECF-E2D4-ABEE71A7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38" y="1384300"/>
            <a:ext cx="7407282" cy="5273497"/>
          </a:xfrm>
          <a:prstGeom prst="rect">
            <a:avLst/>
          </a:prstGeom>
        </p:spPr>
      </p:pic>
      <p:pic>
        <p:nvPicPr>
          <p:cNvPr id="3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BE66A230-A53E-AF6D-B191-20E66E432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858" y="723765"/>
            <a:ext cx="1082503" cy="54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EPSA | Escuela Politécnica Superior de Alcoy | UPV">
            <a:extLst>
              <a:ext uri="{FF2B5EF4-FFF2-40B4-BE49-F238E27FC236}">
                <a16:creationId xmlns:a16="http://schemas.microsoft.com/office/drawing/2014/main" id="{F927CB69-5666-F5A2-B4F8-0D278DB05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237" y="176313"/>
            <a:ext cx="1080715" cy="4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12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1751A-C5DB-C33E-142A-09FFC1404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6FBA44-BAD6-D213-B5C1-4CE3514CA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8E21B17-E716-6ECE-504D-E50ABD69C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9181C0-A049-BD37-6A6A-4FCA3EBE7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90" y="583345"/>
            <a:ext cx="10324897" cy="8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ListArray.h</a:t>
            </a:r>
            <a:endParaRPr lang="en-US" sz="4000" b="1" i="0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32362E1-A181-653E-5B9D-DF4E48409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6A058D7E-827E-8594-A676-6ED86082E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59E2FB12-AA9F-C173-4492-99D45E762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D87109B-85AE-4A29-E462-FBC8A6DB2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6176A286-0406-9245-4886-FDC48019F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02B750F5-FE5E-5B5D-9628-DE9B8E25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C4D0A50C-C8E8-9076-3BB2-6696EFBF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A14A3B-BFE0-9CAC-EFDD-CC41ADDC328C}"/>
              </a:ext>
            </a:extLst>
          </p:cNvPr>
          <p:cNvSpPr txBox="1"/>
          <p:nvPr/>
        </p:nvSpPr>
        <p:spPr>
          <a:xfrm>
            <a:off x="856114" y="1310400"/>
            <a:ext cx="103248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Clase derivada de </a:t>
            </a:r>
            <a:r>
              <a:rPr lang="es-ES" sz="2600" dirty="0" err="1">
                <a:solidFill>
                  <a:schemeClr val="bg1"/>
                </a:solidFill>
              </a:rPr>
              <a:t>List</a:t>
            </a:r>
            <a:r>
              <a:rPr lang="es-ES" sz="2600" dirty="0">
                <a:solidFill>
                  <a:schemeClr val="bg1"/>
                </a:solidFill>
              </a:rPr>
              <a:t>&lt;T&gt;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40DACE-9E44-E498-E341-1568E6B95D1B}"/>
              </a:ext>
            </a:extLst>
          </p:cNvPr>
          <p:cNvSpPr txBox="1"/>
          <p:nvPr/>
        </p:nvSpPr>
        <p:spPr>
          <a:xfrm>
            <a:off x="856114" y="1798942"/>
            <a:ext cx="103248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Implementa la estructura de datos lista mediante una representación de secuencias en memoria contigua (con </a:t>
            </a:r>
            <a:r>
              <a:rPr lang="es-ES" sz="2600" dirty="0" err="1">
                <a:solidFill>
                  <a:schemeClr val="bg1"/>
                </a:solidFill>
              </a:rPr>
              <a:t>arrays</a:t>
            </a:r>
            <a:r>
              <a:rPr lang="es-ES" sz="2600" dirty="0">
                <a:solidFill>
                  <a:schemeClr val="bg1"/>
                </a:solidFill>
              </a:rPr>
              <a:t>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34ABE3-1796-E62E-344B-553915E1A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38" y="2910652"/>
            <a:ext cx="5686345" cy="150694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21B4930-FAD7-A5DA-3C84-54A1D1765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78" y="2691494"/>
            <a:ext cx="3666273" cy="412734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FDB8C89-5EBD-E8B6-82F5-FFDA2F83B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806" y="4999393"/>
            <a:ext cx="2952920" cy="1758882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C5AC0D98-E456-56CD-E04B-0805814DF2CA}"/>
              </a:ext>
            </a:extLst>
          </p:cNvPr>
          <p:cNvSpPr txBox="1"/>
          <p:nvPr/>
        </p:nvSpPr>
        <p:spPr>
          <a:xfrm>
            <a:off x="926012" y="4582105"/>
            <a:ext cx="4402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solidFill>
                  <a:schemeClr val="bg1"/>
                </a:solidFill>
              </a:rPr>
              <a:t>Métodos heredados de </a:t>
            </a:r>
            <a:r>
              <a:rPr lang="es-ES" sz="2200" dirty="0" err="1">
                <a:solidFill>
                  <a:schemeClr val="bg1"/>
                </a:solidFill>
              </a:rPr>
              <a:t>List</a:t>
            </a:r>
            <a:r>
              <a:rPr lang="es-ES" sz="2200" dirty="0">
                <a:solidFill>
                  <a:schemeClr val="bg1"/>
                </a:solidFill>
              </a:rPr>
              <a:t>&lt;T&gt;</a:t>
            </a:r>
          </a:p>
        </p:txBody>
      </p:sp>
      <p:pic>
        <p:nvPicPr>
          <p:cNvPr id="3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1ECBB2CE-DF7F-8CE9-8DD4-E34C607B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858" y="723765"/>
            <a:ext cx="1082503" cy="54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PSA | Escuela Politécnica Superior de Alcoy | UPV">
            <a:extLst>
              <a:ext uri="{FF2B5EF4-FFF2-40B4-BE49-F238E27FC236}">
                <a16:creationId xmlns:a16="http://schemas.microsoft.com/office/drawing/2014/main" id="{ABFC5F6D-8AE0-9D10-7C3D-80953F99B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237" y="176313"/>
            <a:ext cx="1080715" cy="4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331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6CA35-D933-9FDF-334D-C77E60465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84E0A8-7CB1-9E58-57E7-EF00527FA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154CDDE-EA7D-0F7B-108B-AEF1FAFED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3FC027-3028-CB53-BCFC-3880C858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90" y="583345"/>
            <a:ext cx="10324897" cy="8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ListArray.h</a:t>
            </a:r>
            <a:endParaRPr lang="en-US" sz="4000" b="1" i="0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A21AF887-6996-3CE6-D30B-FEEF3CD23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E8CE0AD1-CB72-C296-B17C-8568C4908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8B1011A8-D6DF-4840-B163-04446320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7BA410-47CF-A0C9-9802-7ECB437E6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D6C90C60-07A3-DECC-9FF4-7C8134BBC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20831DDB-B81C-42B4-42E2-D650F088D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029B1849-9E39-D566-1A21-0B2F48E44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ADE0A3-2C7B-BCDA-250C-31F03E326D0D}"/>
              </a:ext>
            </a:extLst>
          </p:cNvPr>
          <p:cNvSpPr txBox="1"/>
          <p:nvPr/>
        </p:nvSpPr>
        <p:spPr>
          <a:xfrm>
            <a:off x="856114" y="1310400"/>
            <a:ext cx="112648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Sobrecarga del operador [] y operador &lt;&lt;: Consultar diapositivas T1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864E14-4526-2936-5FAD-F79D422A6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19" y="2406263"/>
            <a:ext cx="6562665" cy="424842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1AD5BE9-C081-993F-5736-0B07BFCE1C77}"/>
              </a:ext>
            </a:extLst>
          </p:cNvPr>
          <p:cNvSpPr txBox="1"/>
          <p:nvPr/>
        </p:nvSpPr>
        <p:spPr>
          <a:xfrm>
            <a:off x="7686412" y="3981868"/>
            <a:ext cx="395233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Compilar:</a:t>
            </a:r>
          </a:p>
          <a:p>
            <a:r>
              <a:rPr lang="es-ES" dirty="0"/>
              <a:t>g++ -c </a:t>
            </a:r>
            <a:r>
              <a:rPr lang="es-ES" dirty="0" err="1"/>
              <a:t>ListArray.h</a:t>
            </a:r>
            <a:endParaRPr lang="es-ES" dirty="0"/>
          </a:p>
          <a:p>
            <a:endParaRPr lang="es-ES" sz="2600" dirty="0">
              <a:solidFill>
                <a:schemeClr val="bg1"/>
              </a:solidFill>
            </a:endParaRPr>
          </a:p>
          <a:p>
            <a:r>
              <a:rPr lang="es-ES" sz="2600" dirty="0">
                <a:solidFill>
                  <a:schemeClr val="bg1"/>
                </a:solidFill>
              </a:rPr>
              <a:t>Crear </a:t>
            </a:r>
            <a:r>
              <a:rPr lang="es-ES" sz="2600" dirty="0" err="1">
                <a:solidFill>
                  <a:schemeClr val="bg1"/>
                </a:solidFill>
              </a:rPr>
              <a:t>Makefile</a:t>
            </a:r>
            <a:endParaRPr lang="es-ES" sz="2600" dirty="0">
              <a:solidFill>
                <a:schemeClr val="bg1"/>
              </a:solidFill>
            </a:endParaRPr>
          </a:p>
          <a:p>
            <a:r>
              <a:rPr lang="es-ES" sz="2600" dirty="0">
                <a:solidFill>
                  <a:schemeClr val="bg1"/>
                </a:solidFill>
              </a:rPr>
              <a:t>Ejecutar </a:t>
            </a:r>
            <a:r>
              <a:rPr lang="es-ES" sz="2600" dirty="0" err="1">
                <a:solidFill>
                  <a:schemeClr val="bg1"/>
                </a:solidFill>
              </a:rPr>
              <a:t>testListArray</a:t>
            </a:r>
            <a:endParaRPr lang="es-ES" sz="26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C220C1-A528-BB2F-9479-B519DBDC2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290" y="1802843"/>
            <a:ext cx="4261893" cy="1480537"/>
          </a:xfrm>
          <a:prstGeom prst="rect">
            <a:avLst/>
          </a:prstGeom>
        </p:spPr>
      </p:pic>
      <p:pic>
        <p:nvPicPr>
          <p:cNvPr id="3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70A89621-FF04-0438-6CC4-CC9BC9A1E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858" y="723765"/>
            <a:ext cx="1082503" cy="54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EPSA | Escuela Politécnica Superior de Alcoy | UPV">
            <a:extLst>
              <a:ext uri="{FF2B5EF4-FFF2-40B4-BE49-F238E27FC236}">
                <a16:creationId xmlns:a16="http://schemas.microsoft.com/office/drawing/2014/main" id="{7B671C93-9AF5-390B-C33D-14BF6F37E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237" y="176313"/>
            <a:ext cx="1080715" cy="4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67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D82C4-04F1-F183-0B29-A4528BEB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EE9C57-247B-26B5-9D30-BDC6439EC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89EC569-B326-40BD-C2CF-E06690E7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9B03ED-D3C7-1009-3221-8A15BA5F5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90" y="583345"/>
            <a:ext cx="10324897" cy="8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Node.h</a:t>
            </a:r>
            <a:endParaRPr lang="en-US" sz="4000" b="1" i="0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7879B39A-F7AA-1DAE-0514-4E6C921D7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BA382D5A-97AE-24EC-2A08-75F030452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DCEC2EAE-2784-6F6A-8B32-5A9F0C8F7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545CE3-839F-4072-40E1-4A979515D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93AD0736-BE0A-1FC7-29B8-3EEC6993B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9867F53B-61C4-FF59-37FE-DD801080C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BAEC47B0-315D-FA76-F79C-FF7C519D4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1562C8-5247-A4D4-ABCB-55135D4E2EB9}"/>
              </a:ext>
            </a:extLst>
          </p:cNvPr>
          <p:cNvSpPr txBox="1"/>
          <p:nvPr/>
        </p:nvSpPr>
        <p:spPr>
          <a:xfrm>
            <a:off x="856114" y="1310400"/>
            <a:ext cx="103248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Alternativa de </a:t>
            </a:r>
            <a:r>
              <a:rPr lang="es-ES" sz="2600" dirty="0" err="1">
                <a:solidFill>
                  <a:schemeClr val="bg1"/>
                </a:solidFill>
              </a:rPr>
              <a:t>List</a:t>
            </a:r>
            <a:r>
              <a:rPr lang="es-ES" sz="2600" dirty="0">
                <a:solidFill>
                  <a:schemeClr val="bg1"/>
                </a:solidFill>
              </a:rPr>
              <a:t>&lt;T&gt; basada en representación de secuencias en memoria dispersa, mediante nodos enlazados.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59A352C-C529-6B6C-A9D1-919D9F8C24BA}"/>
              </a:ext>
            </a:extLst>
          </p:cNvPr>
          <p:cNvSpPr txBox="1"/>
          <p:nvPr/>
        </p:nvSpPr>
        <p:spPr>
          <a:xfrm>
            <a:off x="926012" y="4582105"/>
            <a:ext cx="4402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solidFill>
                  <a:schemeClr val="bg1"/>
                </a:solidFill>
              </a:rPr>
              <a:t>Atributos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3DA8C4-652C-89E9-F6F5-AAC8DE173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93" y="2297173"/>
            <a:ext cx="5151566" cy="180609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6D7E4D1-5F57-1F37-4F5E-ECBFA6593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38" y="5060642"/>
            <a:ext cx="7262489" cy="130313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68E5689-F473-EEF4-E3FF-E39683F07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607" y="2694700"/>
            <a:ext cx="3042918" cy="3171234"/>
          </a:xfrm>
          <a:prstGeom prst="rect">
            <a:avLst/>
          </a:prstGeom>
        </p:spPr>
      </p:pic>
      <p:pic>
        <p:nvPicPr>
          <p:cNvPr id="3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29243F08-89C8-B63A-A255-10F15E73B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858" y="723765"/>
            <a:ext cx="1082503" cy="54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EPSA | Escuela Politécnica Superior de Alcoy | UPV">
            <a:extLst>
              <a:ext uri="{FF2B5EF4-FFF2-40B4-BE49-F238E27FC236}">
                <a16:creationId xmlns:a16="http://schemas.microsoft.com/office/drawing/2014/main" id="{77742801-3158-B433-B0F5-B9373A2AA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237" y="176313"/>
            <a:ext cx="1080715" cy="4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63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C26EF-0635-368C-E476-65056194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AADED9-C1EE-48D0-82E9-46F21C83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9EFFACC-BA11-FA66-F076-48663D5E9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514B7C-5625-5256-1E9B-9A05BF85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90" y="583345"/>
            <a:ext cx="10324897" cy="8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Node.h</a:t>
            </a:r>
            <a:endParaRPr lang="en-US" sz="4000" b="1" i="0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3C0EF34-A4BA-3275-5566-18EEF07BF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5E923B04-CFC6-AA15-E7A2-436EFE8C4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1EBF49B8-E6D0-368D-1765-52EE803D9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3A23D93-1FD1-EC91-364F-C8CC74664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A2978508-D85B-8045-5520-F97AFCD1F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BC9FF511-65EA-AEAE-477C-A0D74E2F7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04A35693-245F-D0DE-FA5F-DD9BCA74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D536410-5BFE-C382-B58C-9EE5D9153D09}"/>
              </a:ext>
            </a:extLst>
          </p:cNvPr>
          <p:cNvSpPr txBox="1"/>
          <p:nvPr/>
        </p:nvSpPr>
        <p:spPr>
          <a:xfrm>
            <a:off x="856114" y="1310400"/>
            <a:ext cx="103248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Métodos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2A40DF-B500-AE6C-AB5B-60610CB41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38" y="2117189"/>
            <a:ext cx="6490742" cy="183937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252C4D0-9A7A-4DD5-9526-A653DEDEB4FC}"/>
              </a:ext>
            </a:extLst>
          </p:cNvPr>
          <p:cNvSpPr txBox="1"/>
          <p:nvPr/>
        </p:nvSpPr>
        <p:spPr>
          <a:xfrm>
            <a:off x="7915418" y="1986794"/>
            <a:ext cx="395233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Compilar:</a:t>
            </a:r>
          </a:p>
          <a:p>
            <a:r>
              <a:rPr lang="es-ES" dirty="0"/>
              <a:t>g++ -c </a:t>
            </a:r>
            <a:r>
              <a:rPr lang="es-ES" dirty="0" err="1"/>
              <a:t>Node.h</a:t>
            </a:r>
            <a:endParaRPr lang="es-ES" dirty="0"/>
          </a:p>
          <a:p>
            <a:endParaRPr lang="es-ES" sz="2600" dirty="0">
              <a:solidFill>
                <a:schemeClr val="bg1"/>
              </a:solidFill>
            </a:endParaRPr>
          </a:p>
          <a:p>
            <a:r>
              <a:rPr lang="es-ES" sz="2600" dirty="0">
                <a:solidFill>
                  <a:schemeClr val="bg1"/>
                </a:solidFill>
              </a:rPr>
              <a:t>Añadir regla a </a:t>
            </a:r>
            <a:r>
              <a:rPr lang="es-ES" sz="2600" dirty="0" err="1">
                <a:solidFill>
                  <a:schemeClr val="bg1"/>
                </a:solidFill>
              </a:rPr>
              <a:t>Makefile</a:t>
            </a:r>
            <a:endParaRPr lang="es-ES" sz="2600" dirty="0">
              <a:solidFill>
                <a:schemeClr val="bg1"/>
              </a:solidFill>
            </a:endParaRPr>
          </a:p>
          <a:p>
            <a:r>
              <a:rPr lang="es-ES" sz="2600" dirty="0">
                <a:solidFill>
                  <a:schemeClr val="bg1"/>
                </a:solidFill>
              </a:rPr>
              <a:t>Ejecutar </a:t>
            </a:r>
            <a:r>
              <a:rPr lang="es-ES" sz="2600" dirty="0" err="1">
                <a:solidFill>
                  <a:schemeClr val="bg1"/>
                </a:solidFill>
              </a:rPr>
              <a:t>testNode</a:t>
            </a:r>
            <a:endParaRPr lang="es-ES" sz="2600" dirty="0">
              <a:solidFill>
                <a:schemeClr val="bg1"/>
              </a:solidFill>
            </a:endParaRPr>
          </a:p>
        </p:txBody>
      </p:sp>
      <p:pic>
        <p:nvPicPr>
          <p:cNvPr id="3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FEC14CF6-8307-219B-8745-94D62AAFA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858" y="723765"/>
            <a:ext cx="1082503" cy="54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PSA | Escuela Politécnica Superior de Alcoy | UPV">
            <a:extLst>
              <a:ext uri="{FF2B5EF4-FFF2-40B4-BE49-F238E27FC236}">
                <a16:creationId xmlns:a16="http://schemas.microsoft.com/office/drawing/2014/main" id="{6CE65E11-2D04-91A8-7B4E-3B4FD35C0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237" y="176313"/>
            <a:ext cx="1080715" cy="4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58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0A8EC-B5C6-9047-E6F8-EE0DA9E7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FCF7F-2495-D2E1-8535-C57F42D9D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84B1B54-932D-FACB-5060-54A4AC60E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9456A9-3938-E372-1C50-D5DDA5E24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90" y="583345"/>
            <a:ext cx="10324897" cy="8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ListLinked.h</a:t>
            </a:r>
            <a:endParaRPr lang="en-US" sz="4000" b="1" i="0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55F16B0E-5DF9-B29A-C033-79E0A1BC9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44D93E68-8290-691A-0C4B-6ACCF8A09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6435B13-E4E7-9492-50F0-F2AA82251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1D456F-7AD2-5573-C80C-A2013E7C2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8A1C9409-7C82-E226-CCDF-CB9A239B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995CD27B-F2EE-5329-CC9C-A2652D6FA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ED9096CA-BF9F-1221-71C0-C64BABA57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29E1A2D-C68D-582D-FAB6-222C49E5D201}"/>
              </a:ext>
            </a:extLst>
          </p:cNvPr>
          <p:cNvSpPr txBox="1"/>
          <p:nvPr/>
        </p:nvSpPr>
        <p:spPr>
          <a:xfrm>
            <a:off x="856114" y="1310400"/>
            <a:ext cx="10324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Clase derivada de </a:t>
            </a:r>
            <a:r>
              <a:rPr lang="es-ES" sz="2400" dirty="0" err="1">
                <a:solidFill>
                  <a:schemeClr val="bg1"/>
                </a:solidFill>
              </a:rPr>
              <a:t>List</a:t>
            </a:r>
            <a:r>
              <a:rPr lang="es-ES" sz="2400" dirty="0">
                <a:solidFill>
                  <a:schemeClr val="bg1"/>
                </a:solidFill>
              </a:rPr>
              <a:t>&lt;T&gt;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3E86D6-5BC2-21AB-F8D0-F31134839B61}"/>
              </a:ext>
            </a:extLst>
          </p:cNvPr>
          <p:cNvSpPr txBox="1"/>
          <p:nvPr/>
        </p:nvSpPr>
        <p:spPr>
          <a:xfrm>
            <a:off x="856114" y="1798942"/>
            <a:ext cx="10324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Implementa la estructura de datos lista mediante una representación de secuencias en memoria dispersa (con nodos enlazados).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0487CF8-F4AA-8175-B6B7-7E41C2E62620}"/>
              </a:ext>
            </a:extLst>
          </p:cNvPr>
          <p:cNvSpPr txBox="1"/>
          <p:nvPr/>
        </p:nvSpPr>
        <p:spPr>
          <a:xfrm>
            <a:off x="926012" y="4582105"/>
            <a:ext cx="4402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solidFill>
                  <a:schemeClr val="bg1"/>
                </a:solidFill>
              </a:rPr>
              <a:t>Atributos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76F54E-6826-2E2F-6684-87D0571FB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07" y="2648287"/>
            <a:ext cx="6372247" cy="186819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BAF6D31-2CD3-C0CD-4602-AE76C1FC5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12" y="4984979"/>
            <a:ext cx="6205472" cy="116831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63CE094-9CCA-0873-D210-A766354AB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582" y="2629939"/>
            <a:ext cx="3047369" cy="4154422"/>
          </a:xfrm>
          <a:prstGeom prst="rect">
            <a:avLst/>
          </a:prstGeom>
        </p:spPr>
      </p:pic>
      <p:pic>
        <p:nvPicPr>
          <p:cNvPr id="3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C3704A32-5829-DB75-C2C7-9C525901E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858" y="723765"/>
            <a:ext cx="1082503" cy="54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EPSA | Escuela Politécnica Superior de Alcoy | UPV">
            <a:extLst>
              <a:ext uri="{FF2B5EF4-FFF2-40B4-BE49-F238E27FC236}">
                <a16:creationId xmlns:a16="http://schemas.microsoft.com/office/drawing/2014/main" id="{886C3341-F792-5430-7655-B2236130E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237" y="176313"/>
            <a:ext cx="1080715" cy="4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87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3301D-12CF-3DA1-C645-4877AE35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55603E-5C12-308F-072C-31A93134D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61F6A6A-182F-040D-D80B-9C360EE62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B7AD15-D9B3-07C3-0B07-457431A8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90" y="583345"/>
            <a:ext cx="10324897" cy="8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 err="1">
                <a:solidFill>
                  <a:schemeClr val="bg1"/>
                </a:solidFill>
              </a:rPr>
              <a:t>ListLinked</a:t>
            </a:r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.h</a:t>
            </a:r>
            <a:endParaRPr lang="en-US" sz="4000" b="1" i="0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F7CCA5C8-EBDA-8D3D-99DF-8F0DF7DB5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4011C4E8-7819-FF9F-9A49-45C9007F0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7A19FEE7-7E2A-757E-CD87-A5DFB5116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CFE19F-5B84-6FFD-7BE8-5C91530BA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D8692E6F-0476-B480-98D4-398CCFED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0A51FB91-368A-1A7D-27F0-C7C1865C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9B2C8D4F-7F28-69D1-C0D6-A8D6C35BA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4BF1EE-76F5-949F-2A81-A1482A341E9F}"/>
              </a:ext>
            </a:extLst>
          </p:cNvPr>
          <p:cNvSpPr txBox="1"/>
          <p:nvPr/>
        </p:nvSpPr>
        <p:spPr>
          <a:xfrm>
            <a:off x="856114" y="1310400"/>
            <a:ext cx="112648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Sobrecarga del operador [] y operador &lt;&lt;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AF5DCC7-0A7B-F59B-E878-095E38FE5EBD}"/>
              </a:ext>
            </a:extLst>
          </p:cNvPr>
          <p:cNvSpPr txBox="1"/>
          <p:nvPr/>
        </p:nvSpPr>
        <p:spPr>
          <a:xfrm>
            <a:off x="8015770" y="2209465"/>
            <a:ext cx="395233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Compilar:</a:t>
            </a:r>
          </a:p>
          <a:p>
            <a:r>
              <a:rPr lang="es-ES" dirty="0"/>
              <a:t>g++ -c </a:t>
            </a:r>
            <a:r>
              <a:rPr lang="es-ES" dirty="0" err="1"/>
              <a:t>ListLinked.h</a:t>
            </a:r>
            <a:endParaRPr lang="es-ES" dirty="0"/>
          </a:p>
          <a:p>
            <a:endParaRPr lang="es-ES" sz="2600" dirty="0">
              <a:solidFill>
                <a:schemeClr val="bg1"/>
              </a:solidFill>
            </a:endParaRPr>
          </a:p>
          <a:p>
            <a:r>
              <a:rPr lang="es-ES" sz="2600" dirty="0">
                <a:solidFill>
                  <a:schemeClr val="bg1"/>
                </a:solidFill>
              </a:rPr>
              <a:t>Añadir regla a </a:t>
            </a:r>
            <a:r>
              <a:rPr lang="es-ES" sz="2600" dirty="0" err="1">
                <a:solidFill>
                  <a:schemeClr val="bg1"/>
                </a:solidFill>
              </a:rPr>
              <a:t>Makefile</a:t>
            </a:r>
            <a:endParaRPr lang="es-ES" sz="2600" dirty="0">
              <a:solidFill>
                <a:schemeClr val="bg1"/>
              </a:solidFill>
            </a:endParaRPr>
          </a:p>
          <a:p>
            <a:r>
              <a:rPr lang="es-ES" sz="2600" dirty="0">
                <a:solidFill>
                  <a:schemeClr val="bg1"/>
                </a:solidFill>
              </a:rPr>
              <a:t>Ejecutar </a:t>
            </a:r>
            <a:r>
              <a:rPr lang="es-ES" sz="2600" dirty="0" err="1">
                <a:solidFill>
                  <a:schemeClr val="bg1"/>
                </a:solidFill>
              </a:rPr>
              <a:t>testListLinked</a:t>
            </a:r>
            <a:endParaRPr lang="es-ES" sz="26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60FA83-1818-1683-65DC-846D83A5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32" y="2316937"/>
            <a:ext cx="6877597" cy="3467575"/>
          </a:xfrm>
          <a:prstGeom prst="rect">
            <a:avLst/>
          </a:prstGeom>
        </p:spPr>
      </p:pic>
      <p:pic>
        <p:nvPicPr>
          <p:cNvPr id="3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063D3F75-1885-EFC6-E121-9D5F1CB32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858" y="723765"/>
            <a:ext cx="1082503" cy="54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PSA | Escuela Politécnica Superior de Alcoy | UPV">
            <a:extLst>
              <a:ext uri="{FF2B5EF4-FFF2-40B4-BE49-F238E27FC236}">
                <a16:creationId xmlns:a16="http://schemas.microsoft.com/office/drawing/2014/main" id="{53FC4320-FCEE-DBB8-BC56-E29E7468D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237" y="176313"/>
            <a:ext cx="1080715" cy="4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53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14163-AD2A-3363-B2FF-9EFEC5C2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88CE81-7482-A497-FF56-767FF6485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FECF41F-A01C-ED71-9165-276E0CFCF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22AF89-CA17-DDF0-B856-01614C48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90" y="583345"/>
            <a:ext cx="10324897" cy="800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 err="1">
                <a:solidFill>
                  <a:schemeClr val="bg1"/>
                </a:solidFill>
              </a:rPr>
              <a:t>ListLinked</a:t>
            </a:r>
            <a:r>
              <a:rPr lang="en-US" sz="4000" b="1" i="0" kern="12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.h</a:t>
            </a:r>
            <a:endParaRPr lang="en-US" sz="4000" b="1" i="0" kern="12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EBD5C92-170D-E9EB-B3D1-28506408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59A9CB5B-0306-CF20-D36A-67B851BA7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28EE9063-0E87-353A-AA5F-05940BDBF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D91814-D12E-CDC4-8F8C-A3E4701FC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95214645-4766-1823-0EDB-AEFFEF562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BDB9CF04-3CB9-B940-A728-4D9AA9FAF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519BF54D-7FE4-FCA9-1857-86D72D6E6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C1F070-DA7F-3A41-A6A0-75040FE2F4CA}"/>
              </a:ext>
            </a:extLst>
          </p:cNvPr>
          <p:cNvSpPr txBox="1"/>
          <p:nvPr/>
        </p:nvSpPr>
        <p:spPr>
          <a:xfrm>
            <a:off x="856114" y="1310400"/>
            <a:ext cx="112648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Ejemplo recorrer lista hasta determinada posición </a:t>
            </a:r>
            <a:r>
              <a:rPr lang="es-ES" sz="2600" i="1" dirty="0" err="1">
                <a:solidFill>
                  <a:schemeClr val="bg1"/>
                </a:solidFill>
              </a:rPr>
              <a:t>pos</a:t>
            </a:r>
            <a:endParaRPr lang="es-ES" sz="2600" i="1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2B9829-E811-F652-6CC2-28485174C40F}"/>
              </a:ext>
            </a:extLst>
          </p:cNvPr>
          <p:cNvSpPr txBox="1"/>
          <p:nvPr/>
        </p:nvSpPr>
        <p:spPr>
          <a:xfrm>
            <a:off x="860503" y="2032784"/>
            <a:ext cx="47044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Node&lt;T&gt;* current = first;</a:t>
            </a:r>
          </a:p>
          <a:p>
            <a:r>
              <a:rPr lang="en-US" sz="2400" dirty="0"/>
              <a:t>        for (int </a:t>
            </a:r>
            <a:r>
              <a:rPr lang="en-US" sz="2400" dirty="0" err="1"/>
              <a:t>i</a:t>
            </a:r>
            <a:r>
              <a:rPr lang="en-US" sz="2400" dirty="0"/>
              <a:t> = 0; </a:t>
            </a:r>
            <a:r>
              <a:rPr lang="en-US" sz="2400" dirty="0" err="1"/>
              <a:t>i</a:t>
            </a:r>
            <a:r>
              <a:rPr lang="en-US" sz="2400" dirty="0"/>
              <a:t> &lt; pos; ++</a:t>
            </a:r>
            <a:r>
              <a:rPr lang="en-US" sz="2400" dirty="0" err="1"/>
              <a:t>i</a:t>
            </a:r>
            <a:r>
              <a:rPr lang="en-US" sz="2400" dirty="0"/>
              <a:t>)</a:t>
            </a:r>
          </a:p>
          <a:p>
            <a:r>
              <a:rPr lang="en-US" sz="2400" dirty="0"/>
              <a:t>            current = current-&gt;next;</a:t>
            </a:r>
          </a:p>
          <a:p>
            <a:br>
              <a:rPr lang="en-US" dirty="0"/>
            </a:br>
            <a:endParaRPr lang="en-US" dirty="0"/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32D87AC-90C0-FABB-05F1-00C838F25845}"/>
              </a:ext>
            </a:extLst>
          </p:cNvPr>
          <p:cNvSpPr txBox="1"/>
          <p:nvPr/>
        </p:nvSpPr>
        <p:spPr>
          <a:xfrm>
            <a:off x="851726" y="3339224"/>
            <a:ext cx="112648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>
                <a:solidFill>
                  <a:schemeClr val="bg1"/>
                </a:solidFill>
              </a:rPr>
              <a:t>Ejemplo insertar en una determinada posición </a:t>
            </a:r>
            <a:r>
              <a:rPr lang="es-ES" sz="2600" i="1" dirty="0" err="1">
                <a:solidFill>
                  <a:schemeClr val="bg1"/>
                </a:solidFill>
              </a:rPr>
              <a:t>pos</a:t>
            </a:r>
            <a:endParaRPr lang="es-ES" sz="2600" i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FB53CC6-7667-0AAF-0BFA-39CB101AB4BD}"/>
              </a:ext>
            </a:extLst>
          </p:cNvPr>
          <p:cNvSpPr txBox="1"/>
          <p:nvPr/>
        </p:nvSpPr>
        <p:spPr>
          <a:xfrm>
            <a:off x="856114" y="4061608"/>
            <a:ext cx="69403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2400" dirty="0"/>
              <a:t>Node&lt;T&gt;* prev = first;             	</a:t>
            </a:r>
          </a:p>
          <a:p>
            <a:r>
              <a:rPr lang="nn-NO" sz="2400" dirty="0"/>
              <a:t>	for (int i = 0; i &lt; pos - 1; ++i)        	</a:t>
            </a:r>
            <a:r>
              <a:rPr lang="nn-NO" sz="2400"/>
              <a:t>		prev </a:t>
            </a:r>
            <a:r>
              <a:rPr lang="nn-NO" sz="2400" dirty="0"/>
              <a:t>= prev-&gt;next;</a:t>
            </a:r>
          </a:p>
          <a:p>
            <a:br>
              <a:rPr lang="en-US" dirty="0"/>
            </a:br>
            <a:r>
              <a:rPr lang="en-US" sz="2400" dirty="0" err="1"/>
              <a:t>prev</a:t>
            </a:r>
            <a:r>
              <a:rPr lang="en-US" sz="2400" dirty="0"/>
              <a:t>-&gt;next = new Node&lt;T&gt;(e, </a:t>
            </a:r>
            <a:r>
              <a:rPr lang="en-US" sz="2400" dirty="0" err="1"/>
              <a:t>prev</a:t>
            </a:r>
            <a:r>
              <a:rPr lang="en-US" sz="2400" dirty="0"/>
              <a:t>-&gt;next);</a:t>
            </a:r>
          </a:p>
          <a:p>
            <a:endParaRPr lang="es-ES" dirty="0"/>
          </a:p>
        </p:txBody>
      </p:sp>
      <p:pic>
        <p:nvPicPr>
          <p:cNvPr id="7" name="Picture 2" descr="COMTACTS | COMunicación y compuTACión inTeligentes y Sociales">
            <a:extLst>
              <a:ext uri="{FF2B5EF4-FFF2-40B4-BE49-F238E27FC236}">
                <a16:creationId xmlns:a16="http://schemas.microsoft.com/office/drawing/2014/main" id="{ED8E41CA-EDD0-ABE1-542C-3091EA071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858" y="723765"/>
            <a:ext cx="1082503" cy="54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EPSA | Escuela Politécnica Superior de Alcoy | UPV">
            <a:extLst>
              <a:ext uri="{FF2B5EF4-FFF2-40B4-BE49-F238E27FC236}">
                <a16:creationId xmlns:a16="http://schemas.microsoft.com/office/drawing/2014/main" id="{F3254215-28E8-4A10-F24D-F50C6954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237" y="176313"/>
            <a:ext cx="1080715" cy="47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205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429</Words>
  <Application>Microsoft Office PowerPoint</Application>
  <PresentationFormat>Panorámica</PresentationFormat>
  <Paragraphs>58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Univers</vt:lpstr>
      <vt:lpstr>GradientVTI</vt:lpstr>
      <vt:lpstr>Programación avanzada</vt:lpstr>
      <vt:lpstr>Clases a generar</vt:lpstr>
      <vt:lpstr>List.h</vt:lpstr>
      <vt:lpstr>List.h</vt:lpstr>
      <vt:lpstr>ListArray.h</vt:lpstr>
      <vt:lpstr>ListArray.h</vt:lpstr>
      <vt:lpstr>Node.h</vt:lpstr>
      <vt:lpstr>Node.h</vt:lpstr>
      <vt:lpstr>ListLinked.h</vt:lpstr>
      <vt:lpstr>ListLinked.h</vt:lpstr>
      <vt:lpstr>ListLinked.h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Alarte Aleixandre</dc:creator>
  <cp:lastModifiedBy>JULIÁN ALARTE ALEIXANDRE</cp:lastModifiedBy>
  <cp:revision>1</cp:revision>
  <dcterms:created xsi:type="dcterms:W3CDTF">2025-11-04T19:48:23Z</dcterms:created>
  <dcterms:modified xsi:type="dcterms:W3CDTF">2025-11-05T20:51:00Z</dcterms:modified>
</cp:coreProperties>
</file>